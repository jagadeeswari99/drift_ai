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77" r:id="rId3"/>
    <p:sldId id="261" r:id="rId4"/>
    <p:sldId id="264" r:id="rId5"/>
    <p:sldId id="275" r:id="rId6"/>
    <p:sldId id="276" r:id="rId7"/>
    <p:sldId id="278" r:id="rId8"/>
    <p:sldId id="279" r:id="rId9"/>
    <p:sldId id="281" r:id="rId10"/>
    <p:sldId id="28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426367-24EE-41CE-B56C-1E0F0570A001}" v="23" dt="2024-10-14T04:40:53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GADEESWARI MUTHUKUMAR" userId="c86b615e8a7a8e89" providerId="LiveId" clId="{94426367-24EE-41CE-B56C-1E0F0570A001}"/>
    <pc:docChg chg="undo custSel addSld delSld modSld sldOrd">
      <pc:chgData name="JAGADEESWARI MUTHUKUMAR" userId="c86b615e8a7a8e89" providerId="LiveId" clId="{94426367-24EE-41CE-B56C-1E0F0570A001}" dt="2024-10-14T05:13:21.445" v="377" actId="47"/>
      <pc:docMkLst>
        <pc:docMk/>
      </pc:docMkLst>
      <pc:sldChg chg="del">
        <pc:chgData name="JAGADEESWARI MUTHUKUMAR" userId="c86b615e8a7a8e89" providerId="LiveId" clId="{94426367-24EE-41CE-B56C-1E0F0570A001}" dt="2024-10-13T18:58:49.039" v="2" actId="47"/>
        <pc:sldMkLst>
          <pc:docMk/>
          <pc:sldMk cId="0" sldId="258"/>
        </pc:sldMkLst>
      </pc:sldChg>
      <pc:sldChg chg="delSp modSp mod">
        <pc:chgData name="JAGADEESWARI MUTHUKUMAR" userId="c86b615e8a7a8e89" providerId="LiveId" clId="{94426367-24EE-41CE-B56C-1E0F0570A001}" dt="2024-10-13T19:00:38.792" v="8" actId="478"/>
        <pc:sldMkLst>
          <pc:docMk/>
          <pc:sldMk cId="0" sldId="261"/>
        </pc:sldMkLst>
        <pc:picChg chg="del mod">
          <ac:chgData name="JAGADEESWARI MUTHUKUMAR" userId="c86b615e8a7a8e89" providerId="LiveId" clId="{94426367-24EE-41CE-B56C-1E0F0570A001}" dt="2024-10-13T19:00:38.792" v="8" actId="478"/>
          <ac:picMkLst>
            <pc:docMk/>
            <pc:sldMk cId="0" sldId="261"/>
            <ac:picMk id="3" creationId="{9A64A145-76C2-9909-DE78-5826A5390D62}"/>
          </ac:picMkLst>
        </pc:picChg>
      </pc:sldChg>
      <pc:sldChg chg="modSp mod">
        <pc:chgData name="JAGADEESWARI MUTHUKUMAR" userId="c86b615e8a7a8e89" providerId="LiveId" clId="{94426367-24EE-41CE-B56C-1E0F0570A001}" dt="2024-10-13T19:01:42.515" v="17" actId="20577"/>
        <pc:sldMkLst>
          <pc:docMk/>
          <pc:sldMk cId="0" sldId="264"/>
        </pc:sldMkLst>
        <pc:spChg chg="mod">
          <ac:chgData name="JAGADEESWARI MUTHUKUMAR" userId="c86b615e8a7a8e89" providerId="LiveId" clId="{94426367-24EE-41CE-B56C-1E0F0570A001}" dt="2024-10-13T19:01:42.515" v="17" actId="20577"/>
          <ac:spMkLst>
            <pc:docMk/>
            <pc:sldMk cId="0" sldId="264"/>
            <ac:spMk id="376" creationId="{00000000-0000-0000-0000-000000000000}"/>
          </ac:spMkLst>
        </pc:spChg>
        <pc:spChg chg="mod">
          <ac:chgData name="JAGADEESWARI MUTHUKUMAR" userId="c86b615e8a7a8e89" providerId="LiveId" clId="{94426367-24EE-41CE-B56C-1E0F0570A001}" dt="2024-10-13T19:01:00.992" v="9" actId="115"/>
          <ac:spMkLst>
            <pc:docMk/>
            <pc:sldMk cId="0" sldId="264"/>
            <ac:spMk id="379" creationId="{00000000-0000-0000-0000-000000000000}"/>
          </ac:spMkLst>
        </pc:spChg>
        <pc:spChg chg="mod">
          <ac:chgData name="JAGADEESWARI MUTHUKUMAR" userId="c86b615e8a7a8e89" providerId="LiveId" clId="{94426367-24EE-41CE-B56C-1E0F0570A001}" dt="2024-10-13T19:01:05.563" v="10" actId="115"/>
          <ac:spMkLst>
            <pc:docMk/>
            <pc:sldMk cId="0" sldId="264"/>
            <ac:spMk id="383" creationId="{00000000-0000-0000-0000-000000000000}"/>
          </ac:spMkLst>
        </pc:spChg>
      </pc:sldChg>
      <pc:sldChg chg="modSp mod">
        <pc:chgData name="JAGADEESWARI MUTHUKUMAR" userId="c86b615e8a7a8e89" providerId="LiveId" clId="{94426367-24EE-41CE-B56C-1E0F0570A001}" dt="2024-10-14T05:01:02.783" v="374" actId="1038"/>
        <pc:sldMkLst>
          <pc:docMk/>
          <pc:sldMk cId="0" sldId="271"/>
        </pc:sldMkLst>
        <pc:picChg chg="mod">
          <ac:chgData name="JAGADEESWARI MUTHUKUMAR" userId="c86b615e8a7a8e89" providerId="LiveId" clId="{94426367-24EE-41CE-B56C-1E0F0570A001}" dt="2024-10-14T05:01:02.783" v="374" actId="1038"/>
          <ac:picMkLst>
            <pc:docMk/>
            <pc:sldMk cId="0" sldId="271"/>
            <ac:picMk id="7" creationId="{00000000-0000-0000-0000-000000000000}"/>
          </ac:picMkLst>
        </pc:picChg>
      </pc:sldChg>
      <pc:sldChg chg="addSp modSp add del mod">
        <pc:chgData name="JAGADEESWARI MUTHUKUMAR" userId="c86b615e8a7a8e89" providerId="LiveId" clId="{94426367-24EE-41CE-B56C-1E0F0570A001}" dt="2024-10-14T05:13:21.445" v="377" actId="47"/>
        <pc:sldMkLst>
          <pc:docMk/>
          <pc:sldMk cId="131073826" sldId="274"/>
        </pc:sldMkLst>
        <pc:picChg chg="add mod">
          <ac:chgData name="JAGADEESWARI MUTHUKUMAR" userId="c86b615e8a7a8e89" providerId="LiveId" clId="{94426367-24EE-41CE-B56C-1E0F0570A001}" dt="2024-10-14T05:13:06.125" v="376" actId="14100"/>
          <ac:picMkLst>
            <pc:docMk/>
            <pc:sldMk cId="131073826" sldId="274"/>
            <ac:picMk id="3" creationId="{DD335D2A-CFB3-7288-7B5E-14893A805F85}"/>
          </ac:picMkLst>
        </pc:picChg>
      </pc:sldChg>
      <pc:sldChg chg="modSp">
        <pc:chgData name="JAGADEESWARI MUTHUKUMAR" userId="c86b615e8a7a8e89" providerId="LiveId" clId="{94426367-24EE-41CE-B56C-1E0F0570A001}" dt="2024-10-13T19:08:18.571" v="18" actId="14826"/>
        <pc:sldMkLst>
          <pc:docMk/>
          <pc:sldMk cId="3426981966" sldId="275"/>
        </pc:sldMkLst>
        <pc:picChg chg="mod">
          <ac:chgData name="JAGADEESWARI MUTHUKUMAR" userId="c86b615e8a7a8e89" providerId="LiveId" clId="{94426367-24EE-41CE-B56C-1E0F0570A001}" dt="2024-10-13T19:08:18.571" v="18" actId="14826"/>
          <ac:picMkLst>
            <pc:docMk/>
            <pc:sldMk cId="3426981966" sldId="275"/>
            <ac:picMk id="6" creationId="{778D0506-90FC-FBC5-0097-C6B85235F51C}"/>
          </ac:picMkLst>
        </pc:picChg>
      </pc:sldChg>
      <pc:sldChg chg="modSp">
        <pc:chgData name="JAGADEESWARI MUTHUKUMAR" userId="c86b615e8a7a8e89" providerId="LiveId" clId="{94426367-24EE-41CE-B56C-1E0F0570A001}" dt="2024-10-13T19:09:17.537" v="19" actId="14826"/>
        <pc:sldMkLst>
          <pc:docMk/>
          <pc:sldMk cId="998299772" sldId="276"/>
        </pc:sldMkLst>
        <pc:picChg chg="mod">
          <ac:chgData name="JAGADEESWARI MUTHUKUMAR" userId="c86b615e8a7a8e89" providerId="LiveId" clId="{94426367-24EE-41CE-B56C-1E0F0570A001}" dt="2024-10-13T19:09:17.537" v="19" actId="14826"/>
          <ac:picMkLst>
            <pc:docMk/>
            <pc:sldMk cId="998299772" sldId="276"/>
            <ac:picMk id="6" creationId="{EAFD1DD4-FAA5-8C6C-5A1F-E0FC8FC7CD20}"/>
          </ac:picMkLst>
        </pc:picChg>
      </pc:sldChg>
      <pc:sldChg chg="addSp delSp modSp new mod ord">
        <pc:chgData name="JAGADEESWARI MUTHUKUMAR" userId="c86b615e8a7a8e89" providerId="LiveId" clId="{94426367-24EE-41CE-B56C-1E0F0570A001}" dt="2024-10-14T04:22:36.902" v="154" actId="108"/>
        <pc:sldMkLst>
          <pc:docMk/>
          <pc:sldMk cId="1892418478" sldId="278"/>
        </pc:sldMkLst>
        <pc:spChg chg="mod">
          <ac:chgData name="JAGADEESWARI MUTHUKUMAR" userId="c86b615e8a7a8e89" providerId="LiveId" clId="{94426367-24EE-41CE-B56C-1E0F0570A001}" dt="2024-10-14T04:22:36.902" v="154" actId="108"/>
          <ac:spMkLst>
            <pc:docMk/>
            <pc:sldMk cId="1892418478" sldId="278"/>
            <ac:spMk id="2" creationId="{04D8E448-AB8E-054F-E4DC-7128B33DF272}"/>
          </ac:spMkLst>
        </pc:spChg>
        <pc:spChg chg="del">
          <ac:chgData name="JAGADEESWARI MUTHUKUMAR" userId="c86b615e8a7a8e89" providerId="LiveId" clId="{94426367-24EE-41CE-B56C-1E0F0570A001}" dt="2024-10-14T04:11:10.343" v="48" actId="931"/>
          <ac:spMkLst>
            <pc:docMk/>
            <pc:sldMk cId="1892418478" sldId="278"/>
            <ac:spMk id="3" creationId="{8CAF02CE-4416-0B3F-2E02-CAFDC0370CEF}"/>
          </ac:spMkLst>
        </pc:spChg>
        <pc:spChg chg="del mod">
          <ac:chgData name="JAGADEESWARI MUTHUKUMAR" userId="c86b615e8a7a8e89" providerId="LiveId" clId="{94426367-24EE-41CE-B56C-1E0F0570A001}" dt="2024-10-14T04:21:01.549" v="139"/>
          <ac:spMkLst>
            <pc:docMk/>
            <pc:sldMk cId="1892418478" sldId="278"/>
            <ac:spMk id="4" creationId="{73ADD7E3-D9AA-264D-734E-304D98A716DD}"/>
          </ac:spMkLst>
        </pc:spChg>
        <pc:spChg chg="add mod">
          <ac:chgData name="JAGADEESWARI MUTHUKUMAR" userId="c86b615e8a7a8e89" providerId="LiveId" clId="{94426367-24EE-41CE-B56C-1E0F0570A001}" dt="2024-10-14T04:22:15.754" v="153" actId="1076"/>
          <ac:spMkLst>
            <pc:docMk/>
            <pc:sldMk cId="1892418478" sldId="278"/>
            <ac:spMk id="7" creationId="{C506BE8C-A8E8-BBBB-C502-422DD0CB0DD9}"/>
          </ac:spMkLst>
        </pc:spChg>
        <pc:picChg chg="add mod modCrop">
          <ac:chgData name="JAGADEESWARI MUTHUKUMAR" userId="c86b615e8a7a8e89" providerId="LiveId" clId="{94426367-24EE-41CE-B56C-1E0F0570A001}" dt="2024-10-14T04:22:11.225" v="152" actId="1076"/>
          <ac:picMkLst>
            <pc:docMk/>
            <pc:sldMk cId="1892418478" sldId="278"/>
            <ac:picMk id="6" creationId="{6A4B802D-A674-CE18-82AB-B78B3A94BFE6}"/>
          </ac:picMkLst>
        </pc:picChg>
      </pc:sldChg>
      <pc:sldChg chg="addSp delSp modSp new mod">
        <pc:chgData name="JAGADEESWARI MUTHUKUMAR" userId="c86b615e8a7a8e89" providerId="LiveId" clId="{94426367-24EE-41CE-B56C-1E0F0570A001}" dt="2024-10-14T04:29:22.878" v="209" actId="1076"/>
        <pc:sldMkLst>
          <pc:docMk/>
          <pc:sldMk cId="47679085" sldId="279"/>
        </pc:sldMkLst>
        <pc:spChg chg="mod">
          <ac:chgData name="JAGADEESWARI MUTHUKUMAR" userId="c86b615e8a7a8e89" providerId="LiveId" clId="{94426367-24EE-41CE-B56C-1E0F0570A001}" dt="2024-10-14T04:28:56.241" v="205" actId="122"/>
          <ac:spMkLst>
            <pc:docMk/>
            <pc:sldMk cId="47679085" sldId="279"/>
            <ac:spMk id="2" creationId="{FA56EFDD-953A-1387-D428-645EF1A480C2}"/>
          </ac:spMkLst>
        </pc:spChg>
        <pc:spChg chg="add del">
          <ac:chgData name="JAGADEESWARI MUTHUKUMAR" userId="c86b615e8a7a8e89" providerId="LiveId" clId="{94426367-24EE-41CE-B56C-1E0F0570A001}" dt="2024-10-14T04:26:16.802" v="180" actId="931"/>
          <ac:spMkLst>
            <pc:docMk/>
            <pc:sldMk cId="47679085" sldId="279"/>
            <ac:spMk id="3" creationId="{5C30B3F1-3003-5107-2AA2-84C43D090AAD}"/>
          </ac:spMkLst>
        </pc:spChg>
        <pc:spChg chg="mod">
          <ac:chgData name="JAGADEESWARI MUTHUKUMAR" userId="c86b615e8a7a8e89" providerId="LiveId" clId="{94426367-24EE-41CE-B56C-1E0F0570A001}" dt="2024-10-14T04:27:29.392" v="192" actId="1076"/>
          <ac:spMkLst>
            <pc:docMk/>
            <pc:sldMk cId="47679085" sldId="279"/>
            <ac:spMk id="4" creationId="{02B9B2A7-8953-370B-AC30-F248C99C470C}"/>
          </ac:spMkLst>
        </pc:spChg>
        <pc:picChg chg="add mod">
          <ac:chgData name="JAGADEESWARI MUTHUKUMAR" userId="c86b615e8a7a8e89" providerId="LiveId" clId="{94426367-24EE-41CE-B56C-1E0F0570A001}" dt="2024-10-14T04:26:10.228" v="179" actId="931"/>
          <ac:picMkLst>
            <pc:docMk/>
            <pc:sldMk cId="47679085" sldId="279"/>
            <ac:picMk id="6" creationId="{8CDCF517-BE92-2FFC-B550-5AC82B8C6490}"/>
          </ac:picMkLst>
        </pc:picChg>
        <pc:picChg chg="add mod">
          <ac:chgData name="JAGADEESWARI MUTHUKUMAR" userId="c86b615e8a7a8e89" providerId="LiveId" clId="{94426367-24EE-41CE-B56C-1E0F0570A001}" dt="2024-10-14T04:26:09.475" v="178" actId="1076"/>
          <ac:picMkLst>
            <pc:docMk/>
            <pc:sldMk cId="47679085" sldId="279"/>
            <ac:picMk id="8" creationId="{478ADF06-7404-ECC3-1EAD-F9167EBE588A}"/>
          </ac:picMkLst>
        </pc:picChg>
        <pc:picChg chg="add mod modCrop">
          <ac:chgData name="JAGADEESWARI MUTHUKUMAR" userId="c86b615e8a7a8e89" providerId="LiveId" clId="{94426367-24EE-41CE-B56C-1E0F0570A001}" dt="2024-10-14T04:29:22.878" v="209" actId="1076"/>
          <ac:picMkLst>
            <pc:docMk/>
            <pc:sldMk cId="47679085" sldId="279"/>
            <ac:picMk id="10" creationId="{B3F4A2F7-B629-71B6-BEDB-AE89691210C1}"/>
          </ac:picMkLst>
        </pc:picChg>
        <pc:picChg chg="add mod modCrop">
          <ac:chgData name="JAGADEESWARI MUTHUKUMAR" userId="c86b615e8a7a8e89" providerId="LiveId" clId="{94426367-24EE-41CE-B56C-1E0F0570A001}" dt="2024-10-14T04:29:19.835" v="208" actId="1076"/>
          <ac:picMkLst>
            <pc:docMk/>
            <pc:sldMk cId="47679085" sldId="279"/>
            <ac:picMk id="12" creationId="{F24797A6-E171-DBEE-7B1F-764B769F7F6A}"/>
          </ac:picMkLst>
        </pc:picChg>
      </pc:sldChg>
      <pc:sldChg chg="modSp new add del mod">
        <pc:chgData name="JAGADEESWARI MUTHUKUMAR" userId="c86b615e8a7a8e89" providerId="LiveId" clId="{94426367-24EE-41CE-B56C-1E0F0570A001}" dt="2024-10-14T04:33:08.144" v="236" actId="47"/>
        <pc:sldMkLst>
          <pc:docMk/>
          <pc:sldMk cId="3111976757" sldId="280"/>
        </pc:sldMkLst>
        <pc:spChg chg="mod">
          <ac:chgData name="JAGADEESWARI MUTHUKUMAR" userId="c86b615e8a7a8e89" providerId="LiveId" clId="{94426367-24EE-41CE-B56C-1E0F0570A001}" dt="2024-10-14T04:31:14.181" v="232" actId="122"/>
          <ac:spMkLst>
            <pc:docMk/>
            <pc:sldMk cId="3111976757" sldId="280"/>
            <ac:spMk id="2" creationId="{4AD00CBD-5FA8-F464-48C2-1EADA529C958}"/>
          </ac:spMkLst>
        </pc:spChg>
      </pc:sldChg>
      <pc:sldChg chg="addSp delSp modSp add mod">
        <pc:chgData name="JAGADEESWARI MUTHUKUMAR" userId="c86b615e8a7a8e89" providerId="LiveId" clId="{94426367-24EE-41CE-B56C-1E0F0570A001}" dt="2024-10-14T04:38:06.425" v="274" actId="1076"/>
        <pc:sldMkLst>
          <pc:docMk/>
          <pc:sldMk cId="308949428" sldId="281"/>
        </pc:sldMkLst>
        <pc:spChg chg="del mod">
          <ac:chgData name="JAGADEESWARI MUTHUKUMAR" userId="c86b615e8a7a8e89" providerId="LiveId" clId="{94426367-24EE-41CE-B56C-1E0F0570A001}" dt="2024-10-14T04:37:59.267" v="272" actId="478"/>
          <ac:spMkLst>
            <pc:docMk/>
            <pc:sldMk cId="308949428" sldId="281"/>
            <ac:spMk id="2" creationId="{4AD00CBD-5FA8-F464-48C2-1EADA529C958}"/>
          </ac:spMkLst>
        </pc:spChg>
        <pc:spChg chg="del">
          <ac:chgData name="JAGADEESWARI MUTHUKUMAR" userId="c86b615e8a7a8e89" providerId="LiveId" clId="{94426367-24EE-41CE-B56C-1E0F0570A001}" dt="2024-10-14T04:36:43.541" v="258" actId="478"/>
          <ac:spMkLst>
            <pc:docMk/>
            <pc:sldMk cId="308949428" sldId="281"/>
            <ac:spMk id="3" creationId="{DFABAC8A-6301-1968-3A2F-9E74ED71C194}"/>
          </ac:spMkLst>
        </pc:spChg>
        <pc:spChg chg="mod">
          <ac:chgData name="JAGADEESWARI MUTHUKUMAR" userId="c86b615e8a7a8e89" providerId="LiveId" clId="{94426367-24EE-41CE-B56C-1E0F0570A001}" dt="2024-10-14T04:38:06.425" v="274" actId="1076"/>
          <ac:spMkLst>
            <pc:docMk/>
            <pc:sldMk cId="308949428" sldId="281"/>
            <ac:spMk id="4" creationId="{4791D4AB-46F4-DA03-9ECF-D5DA6FC2A364}"/>
          </ac:spMkLst>
        </pc:spChg>
        <pc:spChg chg="add mod">
          <ac:chgData name="JAGADEESWARI MUTHUKUMAR" userId="c86b615e8a7a8e89" providerId="LiveId" clId="{94426367-24EE-41CE-B56C-1E0F0570A001}" dt="2024-10-14T04:38:03.083" v="273" actId="1076"/>
          <ac:spMkLst>
            <pc:docMk/>
            <pc:sldMk cId="308949428" sldId="281"/>
            <ac:spMk id="6" creationId="{AF31BC25-20DE-C9E5-1D6F-BA6311B3B511}"/>
          </ac:spMkLst>
        </pc:spChg>
        <pc:picChg chg="add mod">
          <ac:chgData name="JAGADEESWARI MUTHUKUMAR" userId="c86b615e8a7a8e89" providerId="LiveId" clId="{94426367-24EE-41CE-B56C-1E0F0570A001}" dt="2024-10-14T04:34:04.928" v="243" actId="1076"/>
          <ac:picMkLst>
            <pc:docMk/>
            <pc:sldMk cId="308949428" sldId="281"/>
            <ac:picMk id="5" creationId="{CB00EA32-3D82-8F94-6692-2DE989BC2807}"/>
          </ac:picMkLst>
        </pc:picChg>
      </pc:sldChg>
      <pc:sldChg chg="addSp delSp modSp new mod">
        <pc:chgData name="JAGADEESWARI MUTHUKUMAR" userId="c86b615e8a7a8e89" providerId="LiveId" clId="{94426367-24EE-41CE-B56C-1E0F0570A001}" dt="2024-10-14T04:46:01.168" v="372" actId="108"/>
        <pc:sldMkLst>
          <pc:docMk/>
          <pc:sldMk cId="544164544" sldId="282"/>
        </pc:sldMkLst>
        <pc:spChg chg="add del mod">
          <ac:chgData name="JAGADEESWARI MUTHUKUMAR" userId="c86b615e8a7a8e89" providerId="LiveId" clId="{94426367-24EE-41CE-B56C-1E0F0570A001}" dt="2024-10-14T04:46:01.168" v="372" actId="108"/>
          <ac:spMkLst>
            <pc:docMk/>
            <pc:sldMk cId="544164544" sldId="282"/>
            <ac:spMk id="2" creationId="{D72E0F74-5658-66ED-28C3-76F16D338804}"/>
          </ac:spMkLst>
        </pc:spChg>
        <pc:spChg chg="del">
          <ac:chgData name="JAGADEESWARI MUTHUKUMAR" userId="c86b615e8a7a8e89" providerId="LiveId" clId="{94426367-24EE-41CE-B56C-1E0F0570A001}" dt="2024-10-14T04:38:16.137" v="276" actId="478"/>
          <ac:spMkLst>
            <pc:docMk/>
            <pc:sldMk cId="544164544" sldId="282"/>
            <ac:spMk id="3" creationId="{F058B16B-16C7-C0D6-5C86-F3C684776745}"/>
          </ac:spMkLst>
        </pc:spChg>
        <pc:spChg chg="mod">
          <ac:chgData name="JAGADEESWARI MUTHUKUMAR" userId="c86b615e8a7a8e89" providerId="LiveId" clId="{94426367-24EE-41CE-B56C-1E0F0570A001}" dt="2024-10-14T04:45:09.829" v="356" actId="20577"/>
          <ac:spMkLst>
            <pc:docMk/>
            <pc:sldMk cId="544164544" sldId="282"/>
            <ac:spMk id="4" creationId="{87E2DEB5-013D-B493-3D6F-6376C9B735B2}"/>
          </ac:spMkLst>
        </pc:spChg>
        <pc:spChg chg="add mod">
          <ac:chgData name="JAGADEESWARI MUTHUKUMAR" userId="c86b615e8a7a8e89" providerId="LiveId" clId="{94426367-24EE-41CE-B56C-1E0F0570A001}" dt="2024-10-14T04:44:09.044" v="329" actId="1076"/>
          <ac:spMkLst>
            <pc:docMk/>
            <pc:sldMk cId="544164544" sldId="282"/>
            <ac:spMk id="5" creationId="{E95DDA05-CAB8-3358-C197-87F495525C3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790B7B-C37B-4B5E-A93B-B3EA73F2E78A}" type="doc">
      <dgm:prSet loTypeId="urn:microsoft.com/office/officeart/2008/layout/VerticalAccent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43D6C6F9-4BFA-4FBD-92BF-013FB05472B7}">
      <dgm:prSet custT="1"/>
      <dgm:spPr/>
      <dgm:t>
        <a:bodyPr/>
        <a:lstStyle/>
        <a:p>
          <a:pPr algn="ctr"/>
          <a:r>
            <a:rPr lang="en-US" sz="2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Data Set Details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D1672C0-1647-4A87-94CB-63EC2F136080}" type="parTrans" cxnId="{4A956560-5219-4269-A2CA-7F04D5A5DC67}">
      <dgm:prSet/>
      <dgm:spPr/>
      <dgm:t>
        <a:bodyPr/>
        <a:lstStyle/>
        <a:p>
          <a:endParaRPr lang="en-IN"/>
        </a:p>
      </dgm:t>
    </dgm:pt>
    <dgm:pt modelId="{E9F79650-0943-48FD-A1B3-811777FA49CA}" type="sibTrans" cxnId="{4A956560-5219-4269-A2CA-7F04D5A5DC67}">
      <dgm:prSet/>
      <dgm:spPr/>
      <dgm:t>
        <a:bodyPr/>
        <a:lstStyle/>
        <a:p>
          <a:endParaRPr lang="en-IN"/>
        </a:p>
      </dgm:t>
    </dgm:pt>
    <dgm:pt modelId="{D634A6D6-7562-471E-A3E4-83D50F3B15C5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Key Attributes: 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72E103-0D77-479F-8380-98D2FE7E4142}" type="parTrans" cxnId="{A836EA7F-DFD5-4DF6-8C3C-743E0949DE5A}">
      <dgm:prSet/>
      <dgm:spPr/>
      <dgm:t>
        <a:bodyPr/>
        <a:lstStyle/>
        <a:p>
          <a:endParaRPr lang="en-IN"/>
        </a:p>
      </dgm:t>
    </dgm:pt>
    <dgm:pt modelId="{4B2CBAA4-9E4F-4BA2-B297-4AC2CC5C1A3F}" type="sibTrans" cxnId="{A836EA7F-DFD5-4DF6-8C3C-743E0949DE5A}">
      <dgm:prSet/>
      <dgm:spPr/>
      <dgm:t>
        <a:bodyPr/>
        <a:lstStyle/>
        <a:p>
          <a:endParaRPr lang="en-IN"/>
        </a:p>
      </dgm:t>
    </dgm:pt>
    <dgm:pt modelId="{4DCC06E3-4848-4BF9-8D3E-39350B99A87B}">
      <dgm:prSet custT="1"/>
      <dgm:spPr/>
      <dgm:t>
        <a:bodyPr/>
        <a:lstStyle/>
        <a:p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Time-based: </a:t>
          </a:r>
          <a:r>
            <a:rPr lang="en-US" sz="1400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event_date</a:t>
          </a:r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run_number</a:t>
          </a:r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DDD3AD-A16E-4BF7-A8B8-AA5702608321}" type="parTrans" cxnId="{26399BC7-0E71-484E-AC16-ECF6962C19B9}">
      <dgm:prSet/>
      <dgm:spPr/>
      <dgm:t>
        <a:bodyPr/>
        <a:lstStyle/>
        <a:p>
          <a:endParaRPr lang="en-IN"/>
        </a:p>
      </dgm:t>
    </dgm:pt>
    <dgm:pt modelId="{E2194E05-DD1C-4E41-8CDC-DFE70EEB8B13}" type="sibTrans" cxnId="{26399BC7-0E71-484E-AC16-ECF6962C19B9}">
      <dgm:prSet/>
      <dgm:spPr/>
      <dgm:t>
        <a:bodyPr/>
        <a:lstStyle/>
        <a:p>
          <a:endParaRPr lang="en-IN"/>
        </a:p>
      </dgm:t>
    </dgm:pt>
    <dgm:pt modelId="{418E1B5C-F596-4E8C-9A23-1106CAD81859}">
      <dgm:prSet custT="1"/>
      <dgm:spPr/>
      <dgm:t>
        <a:bodyPr/>
        <a:lstStyle/>
        <a:p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Driver/Car: </a:t>
          </a:r>
          <a:r>
            <a:rPr lang="en-US" sz="1400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driver_name</a:t>
          </a:r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car_name</a:t>
          </a:r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EF965E-9DB5-4195-8F55-664F4C2FD973}" type="parTrans" cxnId="{7A9EFEE2-D5CD-44D8-A643-3D4287CC2699}">
      <dgm:prSet/>
      <dgm:spPr/>
      <dgm:t>
        <a:bodyPr/>
        <a:lstStyle/>
        <a:p>
          <a:endParaRPr lang="en-IN"/>
        </a:p>
      </dgm:t>
    </dgm:pt>
    <dgm:pt modelId="{79F436E8-1B0A-4776-A618-548204D0F8FD}" type="sibTrans" cxnId="{7A9EFEE2-D5CD-44D8-A643-3D4287CC2699}">
      <dgm:prSet/>
      <dgm:spPr/>
      <dgm:t>
        <a:bodyPr/>
        <a:lstStyle/>
        <a:p>
          <a:endParaRPr lang="en-IN"/>
        </a:p>
      </dgm:t>
    </dgm:pt>
    <dgm:pt modelId="{BEBCE745-B24A-4A87-973D-C1F85988986E}">
      <dgm:prSet custT="1"/>
      <dgm:spPr/>
      <dgm:t>
        <a:bodyPr/>
        <a:lstStyle/>
        <a:p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Track: </a:t>
          </a:r>
          <a:r>
            <a:rPr lang="en-US" sz="1400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track_name</a:t>
          </a:r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track_temperature_c</a:t>
          </a:r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4EF0C7-C3CB-4D31-A783-196808D4D119}" type="parTrans" cxnId="{1DA460A9-9BEF-4473-9CD0-8A0E2FD03266}">
      <dgm:prSet/>
      <dgm:spPr/>
      <dgm:t>
        <a:bodyPr/>
        <a:lstStyle/>
        <a:p>
          <a:endParaRPr lang="en-IN"/>
        </a:p>
      </dgm:t>
    </dgm:pt>
    <dgm:pt modelId="{22A6DFE7-572F-45E6-B21E-385807483B9B}" type="sibTrans" cxnId="{1DA460A9-9BEF-4473-9CD0-8A0E2FD03266}">
      <dgm:prSet/>
      <dgm:spPr/>
      <dgm:t>
        <a:bodyPr/>
        <a:lstStyle/>
        <a:p>
          <a:endParaRPr lang="en-IN"/>
        </a:p>
      </dgm:t>
    </dgm:pt>
    <dgm:pt modelId="{5C3FBA03-F837-4307-ACD1-E9F2F6DE5B07}">
      <dgm:prSet custT="1"/>
      <dgm:spPr/>
      <dgm:t>
        <a:bodyPr/>
        <a:lstStyle/>
        <a:p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Performance: </a:t>
          </a:r>
          <a:r>
            <a:rPr lang="en-US" sz="1400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speed_km_h</a:t>
          </a:r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steering_angle_deg</a:t>
          </a:r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throttle_position_percent</a:t>
          </a:r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422C0B-B525-4FC2-B7A1-6620C3E6B566}" type="parTrans" cxnId="{F3897029-1B0C-4761-8349-53B7F5430E54}">
      <dgm:prSet/>
      <dgm:spPr/>
      <dgm:t>
        <a:bodyPr/>
        <a:lstStyle/>
        <a:p>
          <a:endParaRPr lang="en-IN"/>
        </a:p>
      </dgm:t>
    </dgm:pt>
    <dgm:pt modelId="{21FFDCCB-2E73-4808-AE58-CE9628A446E3}" type="sibTrans" cxnId="{F3897029-1B0C-4761-8349-53B7F5430E54}">
      <dgm:prSet/>
      <dgm:spPr/>
      <dgm:t>
        <a:bodyPr/>
        <a:lstStyle/>
        <a:p>
          <a:endParaRPr lang="en-IN"/>
        </a:p>
      </dgm:t>
    </dgm:pt>
    <dgm:pt modelId="{37B782B1-F21E-4DA6-8A04-2E71A71BEC79}">
      <dgm:prSet custT="1"/>
      <dgm:spPr/>
      <dgm:t>
        <a:bodyPr/>
        <a:lstStyle/>
        <a:p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Mechanical: </a:t>
          </a:r>
          <a:r>
            <a:rPr lang="en-US" sz="1400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brake_pressure_bar</a:t>
          </a:r>
          <a:r>
            <a:rPr lang="en-US" sz="1400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gear, </a:t>
          </a:r>
          <a:r>
            <a:rPr lang="en-US" sz="1400" b="0" i="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engine_rpm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604637-C127-48A9-B010-D69941E29966}" type="parTrans" cxnId="{B5D6EB09-C065-41EA-9B69-9A91FB800923}">
      <dgm:prSet/>
      <dgm:spPr/>
      <dgm:t>
        <a:bodyPr/>
        <a:lstStyle/>
        <a:p>
          <a:endParaRPr lang="en-IN"/>
        </a:p>
      </dgm:t>
    </dgm:pt>
    <dgm:pt modelId="{772C5EA8-DCD2-4B71-BAFA-25E77349357C}" type="sibTrans" cxnId="{B5D6EB09-C065-41EA-9B69-9A91FB800923}">
      <dgm:prSet/>
      <dgm:spPr/>
      <dgm:t>
        <a:bodyPr/>
        <a:lstStyle/>
        <a:p>
          <a:endParaRPr lang="en-IN"/>
        </a:p>
      </dgm:t>
    </dgm:pt>
    <dgm:pt modelId="{526B7494-156B-4FD6-9EC4-EB4FB37D083D}" type="pres">
      <dgm:prSet presAssocID="{11790B7B-C37B-4B5E-A93B-B3EA73F2E78A}" presName="Name0" presStyleCnt="0">
        <dgm:presLayoutVars>
          <dgm:chMax/>
          <dgm:chPref/>
          <dgm:dir/>
        </dgm:presLayoutVars>
      </dgm:prSet>
      <dgm:spPr/>
    </dgm:pt>
    <dgm:pt modelId="{866B4FE7-5BC1-4DF1-BD3C-3A29AC78F098}" type="pres">
      <dgm:prSet presAssocID="{43D6C6F9-4BFA-4FBD-92BF-013FB05472B7}" presName="parenttextcomposite" presStyleCnt="0"/>
      <dgm:spPr/>
    </dgm:pt>
    <dgm:pt modelId="{9A080AC5-A6A5-4C08-844B-59FCFCDA28EF}" type="pres">
      <dgm:prSet presAssocID="{43D6C6F9-4BFA-4FBD-92BF-013FB05472B7}" presName="parenttext" presStyleLbl="revTx" presStyleIdx="0" presStyleCnt="2" custLinFactNeighborX="423" custLinFactNeighborY="-39012">
        <dgm:presLayoutVars>
          <dgm:chMax/>
          <dgm:chPref val="2"/>
          <dgm:bulletEnabled val="1"/>
        </dgm:presLayoutVars>
      </dgm:prSet>
      <dgm:spPr/>
    </dgm:pt>
    <dgm:pt modelId="{B99AAEAD-1F3B-41F9-8973-2F8B837C0731}" type="pres">
      <dgm:prSet presAssocID="{43D6C6F9-4BFA-4FBD-92BF-013FB05472B7}" presName="parallelogramComposite" presStyleCnt="0"/>
      <dgm:spPr/>
    </dgm:pt>
    <dgm:pt modelId="{6FD704C5-3289-465C-B6A2-BD22D0DD603A}" type="pres">
      <dgm:prSet presAssocID="{43D6C6F9-4BFA-4FBD-92BF-013FB05472B7}" presName="parallelogram1" presStyleLbl="alignNode1" presStyleIdx="0" presStyleCnt="14"/>
      <dgm:spPr/>
    </dgm:pt>
    <dgm:pt modelId="{33CBD481-FC68-41E2-9BCA-E406059745D3}" type="pres">
      <dgm:prSet presAssocID="{43D6C6F9-4BFA-4FBD-92BF-013FB05472B7}" presName="parallelogram2" presStyleLbl="alignNode1" presStyleIdx="1" presStyleCnt="14"/>
      <dgm:spPr/>
    </dgm:pt>
    <dgm:pt modelId="{0EC12B8E-DE77-49D5-AC20-45A1F80C0375}" type="pres">
      <dgm:prSet presAssocID="{43D6C6F9-4BFA-4FBD-92BF-013FB05472B7}" presName="parallelogram3" presStyleLbl="alignNode1" presStyleIdx="2" presStyleCnt="14"/>
      <dgm:spPr/>
    </dgm:pt>
    <dgm:pt modelId="{4525C0C8-40F6-44F2-9029-3AFFA18C9C8A}" type="pres">
      <dgm:prSet presAssocID="{43D6C6F9-4BFA-4FBD-92BF-013FB05472B7}" presName="parallelogram4" presStyleLbl="alignNode1" presStyleIdx="3" presStyleCnt="14"/>
      <dgm:spPr/>
    </dgm:pt>
    <dgm:pt modelId="{0AD44E1B-5B4E-4A4F-9A62-0675425D5B10}" type="pres">
      <dgm:prSet presAssocID="{43D6C6F9-4BFA-4FBD-92BF-013FB05472B7}" presName="parallelogram5" presStyleLbl="alignNode1" presStyleIdx="4" presStyleCnt="14"/>
      <dgm:spPr/>
    </dgm:pt>
    <dgm:pt modelId="{0B63D7B4-C20C-4FC6-B6B1-B718181F9906}" type="pres">
      <dgm:prSet presAssocID="{43D6C6F9-4BFA-4FBD-92BF-013FB05472B7}" presName="parallelogram6" presStyleLbl="alignNode1" presStyleIdx="5" presStyleCnt="14"/>
      <dgm:spPr/>
    </dgm:pt>
    <dgm:pt modelId="{FEF5AC3A-0FBE-4CBE-889A-54098CA6A47A}" type="pres">
      <dgm:prSet presAssocID="{43D6C6F9-4BFA-4FBD-92BF-013FB05472B7}" presName="parallelogram7" presStyleLbl="alignNode1" presStyleIdx="6" presStyleCnt="14"/>
      <dgm:spPr/>
    </dgm:pt>
    <dgm:pt modelId="{DEFE4D92-19A7-4B18-A6D3-A463A4D753B2}" type="pres">
      <dgm:prSet presAssocID="{E9F79650-0943-48FD-A1B3-811777FA49CA}" presName="sibTrans" presStyleCnt="0"/>
      <dgm:spPr/>
    </dgm:pt>
    <dgm:pt modelId="{314A80F1-C47D-49EA-9D17-A5B2BEDF4067}" type="pres">
      <dgm:prSet presAssocID="{D634A6D6-7562-471E-A3E4-83D50F3B15C5}" presName="parenttextcomposite" presStyleCnt="0"/>
      <dgm:spPr/>
    </dgm:pt>
    <dgm:pt modelId="{9C2C0C69-C905-4BEC-A4D4-C2F64EEB6544}" type="pres">
      <dgm:prSet presAssocID="{D634A6D6-7562-471E-A3E4-83D50F3B15C5}" presName="parenttext" presStyleLbl="revTx" presStyleIdx="1" presStyleCnt="2" custScaleY="68632">
        <dgm:presLayoutVars>
          <dgm:chMax/>
          <dgm:chPref val="2"/>
          <dgm:bulletEnabled val="1"/>
        </dgm:presLayoutVars>
      </dgm:prSet>
      <dgm:spPr/>
    </dgm:pt>
    <dgm:pt modelId="{FFC72B23-92FC-4058-88EA-FC097B2F627D}" type="pres">
      <dgm:prSet presAssocID="{D634A6D6-7562-471E-A3E4-83D50F3B15C5}" presName="composite" presStyleCnt="0"/>
      <dgm:spPr/>
    </dgm:pt>
    <dgm:pt modelId="{4BE1C961-0819-450B-A14A-C286AA0512B8}" type="pres">
      <dgm:prSet presAssocID="{D634A6D6-7562-471E-A3E4-83D50F3B15C5}" presName="chevron1" presStyleLbl="alignNode1" presStyleIdx="7" presStyleCnt="14" custScaleY="175729"/>
      <dgm:spPr/>
    </dgm:pt>
    <dgm:pt modelId="{6EDA74F7-253E-4650-B335-CF4AF741E041}" type="pres">
      <dgm:prSet presAssocID="{D634A6D6-7562-471E-A3E4-83D50F3B15C5}" presName="chevron2" presStyleLbl="alignNode1" presStyleIdx="8" presStyleCnt="14" custScaleY="175729"/>
      <dgm:spPr/>
    </dgm:pt>
    <dgm:pt modelId="{147B1D55-C98F-4AAD-A8F5-28872A9437D0}" type="pres">
      <dgm:prSet presAssocID="{D634A6D6-7562-471E-A3E4-83D50F3B15C5}" presName="chevron3" presStyleLbl="alignNode1" presStyleIdx="9" presStyleCnt="14" custScaleY="173405"/>
      <dgm:spPr/>
    </dgm:pt>
    <dgm:pt modelId="{66A595E0-E411-4C94-A605-5B40C4B99299}" type="pres">
      <dgm:prSet presAssocID="{D634A6D6-7562-471E-A3E4-83D50F3B15C5}" presName="chevron4" presStyleLbl="alignNode1" presStyleIdx="10" presStyleCnt="14" custScaleY="170503"/>
      <dgm:spPr/>
    </dgm:pt>
    <dgm:pt modelId="{F73F0352-F5A6-4797-8F28-D4826BF434B3}" type="pres">
      <dgm:prSet presAssocID="{D634A6D6-7562-471E-A3E4-83D50F3B15C5}" presName="chevron5" presStyleLbl="alignNode1" presStyleIdx="11" presStyleCnt="14" custScaleY="165668"/>
      <dgm:spPr/>
    </dgm:pt>
    <dgm:pt modelId="{0380BC45-A63D-4F23-AECC-D18D3ACC6714}" type="pres">
      <dgm:prSet presAssocID="{D634A6D6-7562-471E-A3E4-83D50F3B15C5}" presName="chevron6" presStyleLbl="alignNode1" presStyleIdx="12" presStyleCnt="14" custScaleY="165668"/>
      <dgm:spPr/>
    </dgm:pt>
    <dgm:pt modelId="{461CB84C-6B9F-4477-B212-EA5BA5AE0957}" type="pres">
      <dgm:prSet presAssocID="{D634A6D6-7562-471E-A3E4-83D50F3B15C5}" presName="chevron7" presStyleLbl="alignNode1" presStyleIdx="13" presStyleCnt="14" custScaleX="97153" custScaleY="161799"/>
      <dgm:spPr/>
    </dgm:pt>
    <dgm:pt modelId="{68B3DFFE-834B-4DE9-B2B9-2BCC31DD5027}" type="pres">
      <dgm:prSet presAssocID="{D634A6D6-7562-471E-A3E4-83D50F3B15C5}" presName="childtext" presStyleLbl="solidFgAcc1" presStyleIdx="0" presStyleCnt="1" custScaleY="157519">
        <dgm:presLayoutVars>
          <dgm:chMax/>
          <dgm:chPref val="0"/>
          <dgm:bulletEnabled val="1"/>
        </dgm:presLayoutVars>
      </dgm:prSet>
      <dgm:spPr/>
    </dgm:pt>
  </dgm:ptLst>
  <dgm:cxnLst>
    <dgm:cxn modelId="{B5D6EB09-C065-41EA-9B69-9A91FB800923}" srcId="{D634A6D6-7562-471E-A3E4-83D50F3B15C5}" destId="{37B782B1-F21E-4DA6-8A04-2E71A71BEC79}" srcOrd="4" destOrd="0" parTransId="{F6604637-C127-48A9-B010-D69941E29966}" sibTransId="{772C5EA8-DCD2-4B71-BAFA-25E77349357C}"/>
    <dgm:cxn modelId="{053D3A1E-E4F5-410A-AF1C-6C62725F3C5A}" type="presOf" srcId="{11790B7B-C37B-4B5E-A93B-B3EA73F2E78A}" destId="{526B7494-156B-4FD6-9EC4-EB4FB37D083D}" srcOrd="0" destOrd="0" presId="urn:microsoft.com/office/officeart/2008/layout/VerticalAccentList"/>
    <dgm:cxn modelId="{9FF93D21-3082-4305-AC4A-860127A2AEC7}" type="presOf" srcId="{5C3FBA03-F837-4307-ACD1-E9F2F6DE5B07}" destId="{68B3DFFE-834B-4DE9-B2B9-2BCC31DD5027}" srcOrd="0" destOrd="3" presId="urn:microsoft.com/office/officeart/2008/layout/VerticalAccentList"/>
    <dgm:cxn modelId="{86E12723-FDBF-4073-82E3-300F552CA287}" type="presOf" srcId="{D634A6D6-7562-471E-A3E4-83D50F3B15C5}" destId="{9C2C0C69-C905-4BEC-A4D4-C2F64EEB6544}" srcOrd="0" destOrd="0" presId="urn:microsoft.com/office/officeart/2008/layout/VerticalAccentList"/>
    <dgm:cxn modelId="{F3897029-1B0C-4761-8349-53B7F5430E54}" srcId="{D634A6D6-7562-471E-A3E4-83D50F3B15C5}" destId="{5C3FBA03-F837-4307-ACD1-E9F2F6DE5B07}" srcOrd="3" destOrd="0" parTransId="{2C422C0B-B525-4FC2-B7A1-6620C3E6B566}" sibTransId="{21FFDCCB-2E73-4808-AE58-CE9628A446E3}"/>
    <dgm:cxn modelId="{56363A5E-48F3-46A9-990E-A6B932DAC2B0}" type="presOf" srcId="{BEBCE745-B24A-4A87-973D-C1F85988986E}" destId="{68B3DFFE-834B-4DE9-B2B9-2BCC31DD5027}" srcOrd="0" destOrd="2" presId="urn:microsoft.com/office/officeart/2008/layout/VerticalAccentList"/>
    <dgm:cxn modelId="{4A956560-5219-4269-A2CA-7F04D5A5DC67}" srcId="{11790B7B-C37B-4B5E-A93B-B3EA73F2E78A}" destId="{43D6C6F9-4BFA-4FBD-92BF-013FB05472B7}" srcOrd="0" destOrd="0" parTransId="{7D1672C0-1647-4A87-94CB-63EC2F136080}" sibTransId="{E9F79650-0943-48FD-A1B3-811777FA49CA}"/>
    <dgm:cxn modelId="{7B037C4F-A7E1-4ABA-8989-4D6ECA9FE2CB}" type="presOf" srcId="{43D6C6F9-4BFA-4FBD-92BF-013FB05472B7}" destId="{9A080AC5-A6A5-4C08-844B-59FCFCDA28EF}" srcOrd="0" destOrd="0" presId="urn:microsoft.com/office/officeart/2008/layout/VerticalAccentList"/>
    <dgm:cxn modelId="{93F70177-0B48-4148-AAA8-91B047543A84}" type="presOf" srcId="{37B782B1-F21E-4DA6-8A04-2E71A71BEC79}" destId="{68B3DFFE-834B-4DE9-B2B9-2BCC31DD5027}" srcOrd="0" destOrd="4" presId="urn:microsoft.com/office/officeart/2008/layout/VerticalAccentList"/>
    <dgm:cxn modelId="{0CF65D79-A3C1-4084-BCD2-A4A4E980FE5C}" type="presOf" srcId="{4DCC06E3-4848-4BF9-8D3E-39350B99A87B}" destId="{68B3DFFE-834B-4DE9-B2B9-2BCC31DD5027}" srcOrd="0" destOrd="0" presId="urn:microsoft.com/office/officeart/2008/layout/VerticalAccentList"/>
    <dgm:cxn modelId="{A836EA7F-DFD5-4DF6-8C3C-743E0949DE5A}" srcId="{11790B7B-C37B-4B5E-A93B-B3EA73F2E78A}" destId="{D634A6D6-7562-471E-A3E4-83D50F3B15C5}" srcOrd="1" destOrd="0" parTransId="{4572E103-0D77-479F-8380-98D2FE7E4142}" sibTransId="{4B2CBAA4-9E4F-4BA2-B297-4AC2CC5C1A3F}"/>
    <dgm:cxn modelId="{1DA460A9-9BEF-4473-9CD0-8A0E2FD03266}" srcId="{D634A6D6-7562-471E-A3E4-83D50F3B15C5}" destId="{BEBCE745-B24A-4A87-973D-C1F85988986E}" srcOrd="2" destOrd="0" parTransId="{544EF0C7-C3CB-4D31-A783-196808D4D119}" sibTransId="{22A6DFE7-572F-45E6-B21E-385807483B9B}"/>
    <dgm:cxn modelId="{26399BC7-0E71-484E-AC16-ECF6962C19B9}" srcId="{D634A6D6-7562-471E-A3E4-83D50F3B15C5}" destId="{4DCC06E3-4848-4BF9-8D3E-39350B99A87B}" srcOrd="0" destOrd="0" parTransId="{59DDD3AD-A16E-4BF7-A8B8-AA5702608321}" sibTransId="{E2194E05-DD1C-4E41-8CDC-DFE70EEB8B13}"/>
    <dgm:cxn modelId="{7A9EFEE2-D5CD-44D8-A643-3D4287CC2699}" srcId="{D634A6D6-7562-471E-A3E4-83D50F3B15C5}" destId="{418E1B5C-F596-4E8C-9A23-1106CAD81859}" srcOrd="1" destOrd="0" parTransId="{9BEF965E-9DB5-4195-8F55-664F4C2FD973}" sibTransId="{79F436E8-1B0A-4776-A618-548204D0F8FD}"/>
    <dgm:cxn modelId="{7617F7F2-E407-4292-92B6-F46C2B2EB95E}" type="presOf" srcId="{418E1B5C-F596-4E8C-9A23-1106CAD81859}" destId="{68B3DFFE-834B-4DE9-B2B9-2BCC31DD5027}" srcOrd="0" destOrd="1" presId="urn:microsoft.com/office/officeart/2008/layout/VerticalAccentList"/>
    <dgm:cxn modelId="{B2153BC8-D65F-4223-A6C7-F2910E8A3115}" type="presParOf" srcId="{526B7494-156B-4FD6-9EC4-EB4FB37D083D}" destId="{866B4FE7-5BC1-4DF1-BD3C-3A29AC78F098}" srcOrd="0" destOrd="0" presId="urn:microsoft.com/office/officeart/2008/layout/VerticalAccentList"/>
    <dgm:cxn modelId="{A2247806-2B04-4A51-B2FE-EB66CDCDD2EF}" type="presParOf" srcId="{866B4FE7-5BC1-4DF1-BD3C-3A29AC78F098}" destId="{9A080AC5-A6A5-4C08-844B-59FCFCDA28EF}" srcOrd="0" destOrd="0" presId="urn:microsoft.com/office/officeart/2008/layout/VerticalAccentList"/>
    <dgm:cxn modelId="{7EAB6732-8BB4-4BCF-84F2-29099D7F9790}" type="presParOf" srcId="{526B7494-156B-4FD6-9EC4-EB4FB37D083D}" destId="{B99AAEAD-1F3B-41F9-8973-2F8B837C0731}" srcOrd="1" destOrd="0" presId="urn:microsoft.com/office/officeart/2008/layout/VerticalAccentList"/>
    <dgm:cxn modelId="{E8721495-3CE5-4E25-9F3A-1D82D494339B}" type="presParOf" srcId="{B99AAEAD-1F3B-41F9-8973-2F8B837C0731}" destId="{6FD704C5-3289-465C-B6A2-BD22D0DD603A}" srcOrd="0" destOrd="0" presId="urn:microsoft.com/office/officeart/2008/layout/VerticalAccentList"/>
    <dgm:cxn modelId="{1A39B2D0-ADE4-445C-B2AD-51EF62BD1C6D}" type="presParOf" srcId="{B99AAEAD-1F3B-41F9-8973-2F8B837C0731}" destId="{33CBD481-FC68-41E2-9BCA-E406059745D3}" srcOrd="1" destOrd="0" presId="urn:microsoft.com/office/officeart/2008/layout/VerticalAccentList"/>
    <dgm:cxn modelId="{A65A9F4C-302E-4B2C-ABB1-B5919A976316}" type="presParOf" srcId="{B99AAEAD-1F3B-41F9-8973-2F8B837C0731}" destId="{0EC12B8E-DE77-49D5-AC20-45A1F80C0375}" srcOrd="2" destOrd="0" presId="urn:microsoft.com/office/officeart/2008/layout/VerticalAccentList"/>
    <dgm:cxn modelId="{09238C0B-667B-4DE5-8C85-1854D24096CD}" type="presParOf" srcId="{B99AAEAD-1F3B-41F9-8973-2F8B837C0731}" destId="{4525C0C8-40F6-44F2-9029-3AFFA18C9C8A}" srcOrd="3" destOrd="0" presId="urn:microsoft.com/office/officeart/2008/layout/VerticalAccentList"/>
    <dgm:cxn modelId="{4EF07923-9242-44B8-A97D-19753773D7A0}" type="presParOf" srcId="{B99AAEAD-1F3B-41F9-8973-2F8B837C0731}" destId="{0AD44E1B-5B4E-4A4F-9A62-0675425D5B10}" srcOrd="4" destOrd="0" presId="urn:microsoft.com/office/officeart/2008/layout/VerticalAccentList"/>
    <dgm:cxn modelId="{F50ECA4F-8640-4A1B-B62E-205DAB4D95DD}" type="presParOf" srcId="{B99AAEAD-1F3B-41F9-8973-2F8B837C0731}" destId="{0B63D7B4-C20C-4FC6-B6B1-B718181F9906}" srcOrd="5" destOrd="0" presId="urn:microsoft.com/office/officeart/2008/layout/VerticalAccentList"/>
    <dgm:cxn modelId="{F55F14A6-1D3A-4D2A-A2F7-483F371CAFEE}" type="presParOf" srcId="{B99AAEAD-1F3B-41F9-8973-2F8B837C0731}" destId="{FEF5AC3A-0FBE-4CBE-889A-54098CA6A47A}" srcOrd="6" destOrd="0" presId="urn:microsoft.com/office/officeart/2008/layout/VerticalAccentList"/>
    <dgm:cxn modelId="{7C5A94A8-2065-44E6-BF36-C6607305651E}" type="presParOf" srcId="{526B7494-156B-4FD6-9EC4-EB4FB37D083D}" destId="{DEFE4D92-19A7-4B18-A6D3-A463A4D753B2}" srcOrd="2" destOrd="0" presId="urn:microsoft.com/office/officeart/2008/layout/VerticalAccentList"/>
    <dgm:cxn modelId="{BD315206-2A54-4C3B-A494-B2E17A3F5DD0}" type="presParOf" srcId="{526B7494-156B-4FD6-9EC4-EB4FB37D083D}" destId="{314A80F1-C47D-49EA-9D17-A5B2BEDF4067}" srcOrd="3" destOrd="0" presId="urn:microsoft.com/office/officeart/2008/layout/VerticalAccentList"/>
    <dgm:cxn modelId="{C642BBB0-07B2-4D5A-8627-9A466177C302}" type="presParOf" srcId="{314A80F1-C47D-49EA-9D17-A5B2BEDF4067}" destId="{9C2C0C69-C905-4BEC-A4D4-C2F64EEB6544}" srcOrd="0" destOrd="0" presId="urn:microsoft.com/office/officeart/2008/layout/VerticalAccentList"/>
    <dgm:cxn modelId="{FAFB23BF-9AA1-41A3-B22E-4BE143CF1C9E}" type="presParOf" srcId="{526B7494-156B-4FD6-9EC4-EB4FB37D083D}" destId="{FFC72B23-92FC-4058-88EA-FC097B2F627D}" srcOrd="4" destOrd="0" presId="urn:microsoft.com/office/officeart/2008/layout/VerticalAccentList"/>
    <dgm:cxn modelId="{121AA52C-5278-4045-A64A-EC95050134A2}" type="presParOf" srcId="{FFC72B23-92FC-4058-88EA-FC097B2F627D}" destId="{4BE1C961-0819-450B-A14A-C286AA0512B8}" srcOrd="0" destOrd="0" presId="urn:microsoft.com/office/officeart/2008/layout/VerticalAccentList"/>
    <dgm:cxn modelId="{609648C2-BEF0-4C35-8ED7-8AAE34F9E1E4}" type="presParOf" srcId="{FFC72B23-92FC-4058-88EA-FC097B2F627D}" destId="{6EDA74F7-253E-4650-B335-CF4AF741E041}" srcOrd="1" destOrd="0" presId="urn:microsoft.com/office/officeart/2008/layout/VerticalAccentList"/>
    <dgm:cxn modelId="{C95EBF8F-35BC-49E5-8C05-48E1ACEEBEF9}" type="presParOf" srcId="{FFC72B23-92FC-4058-88EA-FC097B2F627D}" destId="{147B1D55-C98F-4AAD-A8F5-28872A9437D0}" srcOrd="2" destOrd="0" presId="urn:microsoft.com/office/officeart/2008/layout/VerticalAccentList"/>
    <dgm:cxn modelId="{670708FE-B273-404B-9F74-8C4268E9E346}" type="presParOf" srcId="{FFC72B23-92FC-4058-88EA-FC097B2F627D}" destId="{66A595E0-E411-4C94-A605-5B40C4B99299}" srcOrd="3" destOrd="0" presId="urn:microsoft.com/office/officeart/2008/layout/VerticalAccentList"/>
    <dgm:cxn modelId="{35A78E6D-5305-47C5-A4D4-7615F034D8CC}" type="presParOf" srcId="{FFC72B23-92FC-4058-88EA-FC097B2F627D}" destId="{F73F0352-F5A6-4797-8F28-D4826BF434B3}" srcOrd="4" destOrd="0" presId="urn:microsoft.com/office/officeart/2008/layout/VerticalAccentList"/>
    <dgm:cxn modelId="{B4DB97BD-CD39-4B5C-8954-8902C323C70C}" type="presParOf" srcId="{FFC72B23-92FC-4058-88EA-FC097B2F627D}" destId="{0380BC45-A63D-4F23-AECC-D18D3ACC6714}" srcOrd="5" destOrd="0" presId="urn:microsoft.com/office/officeart/2008/layout/VerticalAccentList"/>
    <dgm:cxn modelId="{DD41BE06-C7BF-4127-8E00-9F00C19F948F}" type="presParOf" srcId="{FFC72B23-92FC-4058-88EA-FC097B2F627D}" destId="{461CB84C-6B9F-4477-B212-EA5BA5AE0957}" srcOrd="6" destOrd="0" presId="urn:microsoft.com/office/officeart/2008/layout/VerticalAccentList"/>
    <dgm:cxn modelId="{9D2FBFC7-7D0C-48FE-9400-71FF99498DD5}" type="presParOf" srcId="{FFC72B23-92FC-4058-88EA-FC097B2F627D}" destId="{68B3DFFE-834B-4DE9-B2B9-2BCC31DD5027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080AC5-A6A5-4C08-844B-59FCFCDA28EF}">
      <dsp:nvSpPr>
        <dsp:cNvPr id="0" name=""/>
        <dsp:cNvSpPr/>
      </dsp:nvSpPr>
      <dsp:spPr>
        <a:xfrm>
          <a:off x="187900" y="28125"/>
          <a:ext cx="8112881" cy="737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Data Set Details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7900" y="28125"/>
        <a:ext cx="8112881" cy="737534"/>
      </dsp:txXfrm>
    </dsp:sp>
    <dsp:sp modelId="{6FD704C5-3289-465C-B6A2-BD22D0DD603A}">
      <dsp:nvSpPr>
        <dsp:cNvPr id="0" name=""/>
        <dsp:cNvSpPr/>
      </dsp:nvSpPr>
      <dsp:spPr>
        <a:xfrm>
          <a:off x="153583" y="1053386"/>
          <a:ext cx="1081717" cy="180286"/>
        </a:xfrm>
        <a:prstGeom prst="parallelogram">
          <a:avLst>
            <a:gd name="adj" fmla="val 1408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CBD481-FC68-41E2-9BCA-E406059745D3}">
      <dsp:nvSpPr>
        <dsp:cNvPr id="0" name=""/>
        <dsp:cNvSpPr/>
      </dsp:nvSpPr>
      <dsp:spPr>
        <a:xfrm>
          <a:off x="1298400" y="1053386"/>
          <a:ext cx="1081717" cy="180286"/>
        </a:xfrm>
        <a:prstGeom prst="parallelogram">
          <a:avLst>
            <a:gd name="adj" fmla="val 1408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C12B8E-DE77-49D5-AC20-45A1F80C0375}">
      <dsp:nvSpPr>
        <dsp:cNvPr id="0" name=""/>
        <dsp:cNvSpPr/>
      </dsp:nvSpPr>
      <dsp:spPr>
        <a:xfrm>
          <a:off x="2443218" y="1053386"/>
          <a:ext cx="1081717" cy="180286"/>
        </a:xfrm>
        <a:prstGeom prst="parallelogram">
          <a:avLst>
            <a:gd name="adj" fmla="val 1408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5C0C8-40F6-44F2-9029-3AFFA18C9C8A}">
      <dsp:nvSpPr>
        <dsp:cNvPr id="0" name=""/>
        <dsp:cNvSpPr/>
      </dsp:nvSpPr>
      <dsp:spPr>
        <a:xfrm>
          <a:off x="3588036" y="1053386"/>
          <a:ext cx="1081717" cy="180286"/>
        </a:xfrm>
        <a:prstGeom prst="parallelogram">
          <a:avLst>
            <a:gd name="adj" fmla="val 1408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D44E1B-5B4E-4A4F-9A62-0675425D5B10}">
      <dsp:nvSpPr>
        <dsp:cNvPr id="0" name=""/>
        <dsp:cNvSpPr/>
      </dsp:nvSpPr>
      <dsp:spPr>
        <a:xfrm>
          <a:off x="4732853" y="1053386"/>
          <a:ext cx="1081717" cy="180286"/>
        </a:xfrm>
        <a:prstGeom prst="parallelogram">
          <a:avLst>
            <a:gd name="adj" fmla="val 1408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3D7B4-C20C-4FC6-B6B1-B718181F9906}">
      <dsp:nvSpPr>
        <dsp:cNvPr id="0" name=""/>
        <dsp:cNvSpPr/>
      </dsp:nvSpPr>
      <dsp:spPr>
        <a:xfrm>
          <a:off x="5877671" y="1053386"/>
          <a:ext cx="1081717" cy="180286"/>
        </a:xfrm>
        <a:prstGeom prst="parallelogram">
          <a:avLst>
            <a:gd name="adj" fmla="val 1408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5AC3A-0FBE-4CBE-889A-54098CA6A47A}">
      <dsp:nvSpPr>
        <dsp:cNvPr id="0" name=""/>
        <dsp:cNvSpPr/>
      </dsp:nvSpPr>
      <dsp:spPr>
        <a:xfrm>
          <a:off x="7022489" y="1053386"/>
          <a:ext cx="1081717" cy="180286"/>
        </a:xfrm>
        <a:prstGeom prst="parallelogram">
          <a:avLst>
            <a:gd name="adj" fmla="val 14084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C0C69-C905-4BEC-A4D4-C2F64EEB6544}">
      <dsp:nvSpPr>
        <dsp:cNvPr id="0" name=""/>
        <dsp:cNvSpPr/>
      </dsp:nvSpPr>
      <dsp:spPr>
        <a:xfrm>
          <a:off x="153583" y="1329411"/>
          <a:ext cx="8112881" cy="506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Key Attributes: 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3583" y="1329411"/>
        <a:ext cx="8112881" cy="506184"/>
      </dsp:txXfrm>
    </dsp:sp>
    <dsp:sp modelId="{4BE1C961-0819-450B-A14A-C286AA0512B8}">
      <dsp:nvSpPr>
        <dsp:cNvPr id="0" name=""/>
        <dsp:cNvSpPr/>
      </dsp:nvSpPr>
      <dsp:spPr>
        <a:xfrm>
          <a:off x="153583" y="1835595"/>
          <a:ext cx="1898414" cy="2640126"/>
        </a:xfrm>
        <a:prstGeom prst="chevron">
          <a:avLst>
            <a:gd name="adj" fmla="val 706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A74F7-253E-4650-B335-CF4AF741E041}">
      <dsp:nvSpPr>
        <dsp:cNvPr id="0" name=""/>
        <dsp:cNvSpPr/>
      </dsp:nvSpPr>
      <dsp:spPr>
        <a:xfrm>
          <a:off x="1293893" y="1835595"/>
          <a:ext cx="1898414" cy="2640126"/>
        </a:xfrm>
        <a:prstGeom prst="chevron">
          <a:avLst>
            <a:gd name="adj" fmla="val 706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B1D55-C98F-4AAD-A8F5-28872A9437D0}">
      <dsp:nvSpPr>
        <dsp:cNvPr id="0" name=""/>
        <dsp:cNvSpPr/>
      </dsp:nvSpPr>
      <dsp:spPr>
        <a:xfrm>
          <a:off x="2435105" y="1853053"/>
          <a:ext cx="1898414" cy="2605211"/>
        </a:xfrm>
        <a:prstGeom prst="chevron">
          <a:avLst>
            <a:gd name="adj" fmla="val 706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595E0-E411-4C94-A605-5B40C4B99299}">
      <dsp:nvSpPr>
        <dsp:cNvPr id="0" name=""/>
        <dsp:cNvSpPr/>
      </dsp:nvSpPr>
      <dsp:spPr>
        <a:xfrm>
          <a:off x="3575416" y="1874853"/>
          <a:ext cx="1898414" cy="2561612"/>
        </a:xfrm>
        <a:prstGeom prst="chevron">
          <a:avLst>
            <a:gd name="adj" fmla="val 706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F0352-F5A6-4797-8F28-D4826BF434B3}">
      <dsp:nvSpPr>
        <dsp:cNvPr id="0" name=""/>
        <dsp:cNvSpPr/>
      </dsp:nvSpPr>
      <dsp:spPr>
        <a:xfrm>
          <a:off x="4716628" y="1911173"/>
          <a:ext cx="1898414" cy="2488971"/>
        </a:xfrm>
        <a:prstGeom prst="chevron">
          <a:avLst>
            <a:gd name="adj" fmla="val 706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80BC45-A63D-4F23-AECC-D18D3ACC6714}">
      <dsp:nvSpPr>
        <dsp:cNvPr id="0" name=""/>
        <dsp:cNvSpPr/>
      </dsp:nvSpPr>
      <dsp:spPr>
        <a:xfrm>
          <a:off x="5856938" y="1911173"/>
          <a:ext cx="1898414" cy="2488971"/>
        </a:xfrm>
        <a:prstGeom prst="chevron">
          <a:avLst>
            <a:gd name="adj" fmla="val 706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1CB84C-6B9F-4477-B212-EA5BA5AE0957}">
      <dsp:nvSpPr>
        <dsp:cNvPr id="0" name=""/>
        <dsp:cNvSpPr/>
      </dsp:nvSpPr>
      <dsp:spPr>
        <a:xfrm>
          <a:off x="7025174" y="1940237"/>
          <a:ext cx="1844366" cy="2430844"/>
        </a:xfrm>
        <a:prstGeom prst="chevron">
          <a:avLst>
            <a:gd name="adj" fmla="val 706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B3DFFE-834B-4DE9-B2B9-2BCC31DD5027}">
      <dsp:nvSpPr>
        <dsp:cNvPr id="0" name=""/>
        <dsp:cNvSpPr/>
      </dsp:nvSpPr>
      <dsp:spPr>
        <a:xfrm>
          <a:off x="153583" y="2209042"/>
          <a:ext cx="8218348" cy="18932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Time-based: </a:t>
          </a:r>
          <a:r>
            <a:rPr lang="en-US" sz="14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event_date</a:t>
          </a: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run_number</a:t>
          </a: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Driver/Car: </a:t>
          </a:r>
          <a:r>
            <a:rPr lang="en-US" sz="14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driver_name</a:t>
          </a: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car_name</a:t>
          </a: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Track: </a:t>
          </a:r>
          <a:r>
            <a:rPr lang="en-US" sz="14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track_name</a:t>
          </a: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track_temperature_c</a:t>
          </a: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Performance: </a:t>
          </a:r>
          <a:r>
            <a:rPr lang="en-US" sz="14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speed_km_h</a:t>
          </a: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steering_angle_deg</a:t>
          </a: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throttle_position_percent</a:t>
          </a: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Mechanical: </a:t>
          </a:r>
          <a:r>
            <a:rPr lang="en-US" sz="14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brake_pressure_bar</a:t>
          </a:r>
          <a:r>
            <a:rPr lang="en-US" sz="1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, gear, </a:t>
          </a:r>
          <a:r>
            <a:rPr lang="en-US" sz="1400" b="0" i="0" kern="1200" baseline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engine_rpm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3583" y="2209042"/>
        <a:ext cx="8218348" cy="18932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7T13:28:39.533"/>
    </inkml:context>
    <inkml:brush xml:id="br0">
      <inkml:brushProperty name="width" value="0.5" units="cm"/>
      <inkml:brushProperty name="height" value="1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7T13:28:39.882"/>
    </inkml:context>
    <inkml:brush xml:id="br0">
      <inkml:brushProperty name="width" value="0.5" units="cm"/>
      <inkml:brushProperty name="height" value="1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7T13:28:40.739"/>
    </inkml:context>
    <inkml:brush xml:id="br0">
      <inkml:brushProperty name="width" value="0.5" units="cm"/>
      <inkml:brushProperty name="height" value="1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7T13:28:42.463"/>
    </inkml:context>
    <inkml:brush xml:id="br0">
      <inkml:brushProperty name="width" value="0.5" units="cm"/>
      <inkml:brushProperty name="height" value="1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27T13:28:43.907"/>
    </inkml:context>
    <inkml:brush xml:id="br0">
      <inkml:brushProperty name="width" value="0.5" units="cm"/>
      <inkml:brushProperty name="height" value="1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1FDC4-02B8-45BE-9BE9-AC66160372CB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34AF4-AABC-47A7-B806-83F22378BE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2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f2be96cb76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f2be96cb76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bcaaf88fdf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bcaaf88fdf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34AF4-AABC-47A7-B806-83F22378BEA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113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bcaaf88fdf_1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bcaaf88fdf_1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8949F-F5F5-FE59-ACDB-30E1EA339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B78A8-5780-2D6C-B6D9-A37780D8C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AD43F-5D57-050B-B60F-53B61033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BF4F-ED6D-4099-8773-8F99235F01B0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73B4D-2DE6-48F0-303C-F84066D3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B4B73-5479-9A0F-F945-2B9C3A7C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7257-C59A-4F6B-8989-E1E9F0137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076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4097-6D1D-8EE4-AAA6-7894FE26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59C0D-0A96-685E-787D-A2C9DACDE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F617E-772C-793C-D2A6-AD0B5617D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BF4F-ED6D-4099-8773-8F99235F01B0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02E6-E68D-5CE6-6357-70FEC5032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2D8A1-EB0A-272E-49E7-797EDE737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7257-C59A-4F6B-8989-E1E9F0137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147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BA6D7-F156-81E1-7171-10889A676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4AFB9-989D-4089-0913-2EF53F481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04F79-903F-39CC-956C-4C2B8C368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BF4F-ED6D-4099-8773-8F99235F01B0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0C5F0-BD28-8095-963B-0145DD0E0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08317-E542-2E6B-17ED-62061C56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7257-C59A-4F6B-8989-E1E9F0137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83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F59BD-3957-161C-F49E-8A7FB3F6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EB050-B9E3-157F-F522-86EE93D121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06A5A-9F0A-CDEF-7C07-70267E3FD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019CA-CBD6-0022-EC53-F67DEE4F6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BF4F-ED6D-4099-8773-8F99235F01B0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80BAB-1B79-4183-0A11-5AC1B7D22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CECD6-C6EC-5ED9-FAD6-FE328D9D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7257-C59A-4F6B-8989-E1E9F0137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13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1C5EC-B0A9-88FD-A1EA-89AFF4F0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278AA-9382-9029-ADFC-786A4AADD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7E102-3572-5C62-26E8-743F728D8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89F3F-F0D7-6B70-4CBD-65BAEC402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363DC-DEED-8B8B-8A02-5D05051A0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D3E6B1-8EE9-6BCD-F668-667046089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BF4F-ED6D-4099-8773-8F99235F01B0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CAD1E-4378-80B8-77C5-4F8B15615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C8312B-DC5E-6005-C743-2335F6AF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7257-C59A-4F6B-8989-E1E9F0137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54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F82B-F967-D72E-9797-4B2660936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5477AD-6043-0A6F-62B9-9DC67975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BF4F-ED6D-4099-8773-8F99235F01B0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8B4B8-CD4B-E8ED-D93B-1D8B230B9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47E05-4CC7-18DD-E9B1-64F173A8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7257-C59A-4F6B-8989-E1E9F0137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34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E5973F-3D0A-B5CB-D5BB-9ACE29ACE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BF4F-ED6D-4099-8773-8F99235F01B0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963F53-FCE5-FB60-9D43-71AF39A4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9923F-6799-4544-F984-81FF08873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7257-C59A-4F6B-8989-E1E9F0137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2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3F26-DC98-DB16-F25F-51B731AC6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8D56F-6241-F7CB-565A-9B7FCBBF6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18DA1-C570-9239-6CF6-14130356E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38AA5-330E-B2C5-37FD-221E8D76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BF4F-ED6D-4099-8773-8F99235F01B0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978B0-099D-4C53-BDC3-CB28875C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3767A-046F-FA10-234F-4CA14C95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7257-C59A-4F6B-8989-E1E9F0137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118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CCC3-B145-BE4B-A299-C65516398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412399-661F-E288-26B5-F213AFF35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5B7D9-8B1F-0FE6-F241-5CEE9EEC0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BC8AF-ADC2-E221-197E-44AF074AC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BF4F-ED6D-4099-8773-8F99235F01B0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038B8-E548-3C79-7775-F7559362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ED24B-8411-580B-0106-A20B64451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7257-C59A-4F6B-8989-E1E9F0137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846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F64F2-34BB-B949-4840-04C0FB9B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3AF40-273F-72E4-9B9A-2C15DC7F3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BBC69-925F-F6B6-BBBB-6E1733A5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BF4F-ED6D-4099-8773-8F99235F01B0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C4596-8EB8-D950-0F0A-610233DE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9A2ED-62A6-A7B2-4743-84CF5D040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7257-C59A-4F6B-8989-E1E9F0137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8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D475CD-CD95-7ABF-058B-B08676A2F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06996-E9AB-6C0C-2B1C-721BAAB98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C34BA-C94D-CADB-C8A6-90F2D1779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BF4F-ED6D-4099-8773-8F99235F01B0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E6CE6-BF55-4F55-B7A5-C070B7AE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9991F-4CE4-4B11-4E38-569DEACF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7257-C59A-4F6B-8989-E1E9F0137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904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304767" y="300400"/>
            <a:ext cx="11582400" cy="625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-33" y="6154400"/>
            <a:ext cx="12192000" cy="70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960000" y="1539035"/>
            <a:ext cx="10272000" cy="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979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467"/>
            </a:lvl1pPr>
            <a:lvl2pPr marL="1219170" lvl="1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467"/>
            </a:lvl2pPr>
            <a:lvl3pPr marL="1828754" lvl="2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467"/>
            </a:lvl3pPr>
            <a:lvl4pPr marL="2438339" lvl="3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467"/>
            </a:lvl4pPr>
            <a:lvl5pPr marL="3047924" lvl="4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467"/>
            </a:lvl5pPr>
            <a:lvl6pPr marL="3657509" lvl="5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467"/>
            </a:lvl6pPr>
            <a:lvl7pPr marL="4267093" lvl="6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467"/>
            </a:lvl7pPr>
            <a:lvl8pPr marL="4876678" lvl="7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○"/>
              <a:defRPr sz="1467"/>
            </a:lvl8pPr>
            <a:lvl9pPr marL="5486263" lvl="8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■"/>
              <a:defRPr sz="1467"/>
            </a:lvl9pPr>
          </a:lstStyle>
          <a:p>
            <a:endParaRPr/>
          </a:p>
        </p:txBody>
      </p:sp>
      <p:grpSp>
        <p:nvGrpSpPr>
          <p:cNvPr id="24" name="Google Shape;24;p4"/>
          <p:cNvGrpSpPr/>
          <p:nvPr/>
        </p:nvGrpSpPr>
        <p:grpSpPr>
          <a:xfrm>
            <a:off x="469967" y="-362972"/>
            <a:ext cx="11241067" cy="7360755"/>
            <a:chOff x="352475" y="-272229"/>
            <a:chExt cx="8430800" cy="5520566"/>
          </a:xfrm>
        </p:grpSpPr>
        <p:grpSp>
          <p:nvGrpSpPr>
            <p:cNvPr id="25" name="Google Shape;25;p4"/>
            <p:cNvGrpSpPr/>
            <p:nvPr/>
          </p:nvGrpSpPr>
          <p:grpSpPr>
            <a:xfrm rot="5400000">
              <a:off x="7847729" y="415667"/>
              <a:ext cx="1623441" cy="247650"/>
              <a:chOff x="1962150" y="714375"/>
              <a:chExt cx="4333800" cy="247650"/>
            </a:xfrm>
          </p:grpSpPr>
          <p:cxnSp>
            <p:nvCxnSpPr>
              <p:cNvPr id="26" name="Google Shape;26;p4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4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4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" name="Google Shape;29;p4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0" name="Google Shape;30;p4"/>
            <p:cNvGrpSpPr/>
            <p:nvPr/>
          </p:nvGrpSpPr>
          <p:grpSpPr>
            <a:xfrm rot="5400000">
              <a:off x="12367" y="4660579"/>
              <a:ext cx="927867" cy="247650"/>
              <a:chOff x="1962150" y="714375"/>
              <a:chExt cx="4333800" cy="247650"/>
            </a:xfrm>
          </p:grpSpPr>
          <p:cxnSp>
            <p:nvCxnSpPr>
              <p:cNvPr id="31" name="Google Shape;31;p4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4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4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4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211838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304767" y="300400"/>
            <a:ext cx="11582400" cy="625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-33" y="5549900"/>
            <a:ext cx="12192000" cy="130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950967" y="3713867"/>
            <a:ext cx="58136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69" name="Google Shape;169;p17"/>
          <p:cNvSpPr txBox="1">
            <a:spLocks noGrp="1"/>
          </p:cNvSpPr>
          <p:nvPr>
            <p:ph type="subTitle" idx="1"/>
          </p:nvPr>
        </p:nvSpPr>
        <p:spPr>
          <a:xfrm>
            <a:off x="950967" y="1341233"/>
            <a:ext cx="7977200" cy="19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grpSp>
        <p:nvGrpSpPr>
          <p:cNvPr id="170" name="Google Shape;170;p17"/>
          <p:cNvGrpSpPr/>
          <p:nvPr/>
        </p:nvGrpSpPr>
        <p:grpSpPr>
          <a:xfrm>
            <a:off x="-42792" y="4923033"/>
            <a:ext cx="941301" cy="330200"/>
            <a:chOff x="1962150" y="714375"/>
            <a:chExt cx="4333800" cy="247650"/>
          </a:xfrm>
        </p:grpSpPr>
        <p:cxnSp>
          <p:nvCxnSpPr>
            <p:cNvPr id="171" name="Google Shape;171;p17"/>
            <p:cNvCxnSpPr/>
            <p:nvPr/>
          </p:nvCxnSpPr>
          <p:spPr>
            <a:xfrm>
              <a:off x="1962150" y="71437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" name="Google Shape;172;p17"/>
            <p:cNvCxnSpPr/>
            <p:nvPr/>
          </p:nvCxnSpPr>
          <p:spPr>
            <a:xfrm>
              <a:off x="2076450" y="79692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" name="Google Shape;173;p17"/>
            <p:cNvCxnSpPr/>
            <p:nvPr/>
          </p:nvCxnSpPr>
          <p:spPr>
            <a:xfrm>
              <a:off x="1962150" y="87947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" name="Google Shape;174;p17"/>
            <p:cNvCxnSpPr/>
            <p:nvPr/>
          </p:nvCxnSpPr>
          <p:spPr>
            <a:xfrm>
              <a:off x="2076450" y="96202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932336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/>
          <p:nvPr/>
        </p:nvSpPr>
        <p:spPr>
          <a:xfrm>
            <a:off x="304767" y="300400"/>
            <a:ext cx="11582400" cy="625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-33" y="5550000"/>
            <a:ext cx="12192000" cy="130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10" name="Google Shape;210;p20"/>
          <p:cNvSpPr txBox="1">
            <a:spLocks noGrp="1"/>
          </p:cNvSpPr>
          <p:nvPr>
            <p:ph type="title"/>
          </p:nvPr>
        </p:nvSpPr>
        <p:spPr>
          <a:xfrm>
            <a:off x="951019" y="719333"/>
            <a:ext cx="4570800" cy="13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0"/>
          <p:cNvSpPr txBox="1">
            <a:spLocks noGrp="1"/>
          </p:cNvSpPr>
          <p:nvPr>
            <p:ph type="subTitle" idx="1"/>
          </p:nvPr>
        </p:nvSpPr>
        <p:spPr>
          <a:xfrm>
            <a:off x="950967" y="1947967"/>
            <a:ext cx="457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951033" y="3903267"/>
            <a:ext cx="5144800" cy="9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6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13" name="Google Shape;213;p20"/>
          <p:cNvGrpSpPr/>
          <p:nvPr/>
        </p:nvGrpSpPr>
        <p:grpSpPr>
          <a:xfrm rot="5400000">
            <a:off x="-392910" y="201821"/>
            <a:ext cx="2062889" cy="330200"/>
            <a:chOff x="1962150" y="714375"/>
            <a:chExt cx="4333800" cy="247650"/>
          </a:xfrm>
        </p:grpSpPr>
        <p:cxnSp>
          <p:nvCxnSpPr>
            <p:cNvPr id="214" name="Google Shape;214;p20"/>
            <p:cNvCxnSpPr/>
            <p:nvPr/>
          </p:nvCxnSpPr>
          <p:spPr>
            <a:xfrm>
              <a:off x="1962150" y="71437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20"/>
            <p:cNvCxnSpPr/>
            <p:nvPr/>
          </p:nvCxnSpPr>
          <p:spPr>
            <a:xfrm>
              <a:off x="2076450" y="79692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20"/>
            <p:cNvCxnSpPr/>
            <p:nvPr/>
          </p:nvCxnSpPr>
          <p:spPr>
            <a:xfrm>
              <a:off x="1962150" y="87947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" name="Google Shape;217;p20"/>
            <p:cNvCxnSpPr/>
            <p:nvPr/>
          </p:nvCxnSpPr>
          <p:spPr>
            <a:xfrm>
              <a:off x="2076450" y="96202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527299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304767" y="300400"/>
            <a:ext cx="11582400" cy="625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-33" y="5550000"/>
            <a:ext cx="12192000" cy="130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647833" y="1492184"/>
            <a:ext cx="5593200" cy="22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246167" y="1492200"/>
            <a:ext cx="2089200" cy="112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5647833" y="3606817"/>
            <a:ext cx="55932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1031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304767" y="300400"/>
            <a:ext cx="11582400" cy="625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24" name="Google Shape;124;p1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-33" y="6154400"/>
            <a:ext cx="12192000" cy="70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26" name="Google Shape;126;p14"/>
          <p:cNvSpPr>
            <a:spLocks noGrp="1"/>
          </p:cNvSpPr>
          <p:nvPr>
            <p:ph type="pic" idx="2"/>
          </p:nvPr>
        </p:nvSpPr>
        <p:spPr>
          <a:xfrm>
            <a:off x="947116" y="1835267"/>
            <a:ext cx="5145200" cy="408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14"/>
          <p:cNvSpPr txBox="1">
            <a:spLocks noGrp="1"/>
          </p:cNvSpPr>
          <p:nvPr>
            <p:ph type="subTitle" idx="1"/>
          </p:nvPr>
        </p:nvSpPr>
        <p:spPr>
          <a:xfrm>
            <a:off x="6220783" y="1835267"/>
            <a:ext cx="5016400" cy="40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unito Light"/>
              <a:buChar char="●"/>
              <a:defRPr sz="1467"/>
            </a:lvl1pPr>
            <a:lvl2pPr lvl="1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28" name="Google Shape;128;p14"/>
          <p:cNvGrpSpPr/>
          <p:nvPr/>
        </p:nvGrpSpPr>
        <p:grpSpPr>
          <a:xfrm>
            <a:off x="-245991" y="554233"/>
            <a:ext cx="12539601" cy="5054600"/>
            <a:chOff x="-184494" y="415675"/>
            <a:chExt cx="9404701" cy="3790950"/>
          </a:xfrm>
        </p:grpSpPr>
        <p:grpSp>
          <p:nvGrpSpPr>
            <p:cNvPr id="129" name="Google Shape;129;p14"/>
            <p:cNvGrpSpPr/>
            <p:nvPr/>
          </p:nvGrpSpPr>
          <p:grpSpPr>
            <a:xfrm>
              <a:off x="8514231" y="415675"/>
              <a:ext cx="705976" cy="247650"/>
              <a:chOff x="1962150" y="714375"/>
              <a:chExt cx="4333800" cy="247650"/>
            </a:xfrm>
          </p:grpSpPr>
          <p:cxnSp>
            <p:nvCxnSpPr>
              <p:cNvPr id="130" name="Google Shape;130;p14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" name="Google Shape;132;p14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" name="Google Shape;133;p14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4" name="Google Shape;134;p14"/>
            <p:cNvGrpSpPr/>
            <p:nvPr/>
          </p:nvGrpSpPr>
          <p:grpSpPr>
            <a:xfrm>
              <a:off x="-184494" y="3958975"/>
              <a:ext cx="705976" cy="247650"/>
              <a:chOff x="1962150" y="714375"/>
              <a:chExt cx="4333800" cy="247650"/>
            </a:xfrm>
          </p:grpSpPr>
          <p:cxnSp>
            <p:nvCxnSpPr>
              <p:cNvPr id="135" name="Google Shape;135;p14"/>
              <p:cNvCxnSpPr/>
              <p:nvPr/>
            </p:nvCxnSpPr>
            <p:spPr>
              <a:xfrm>
                <a:off x="1962150" y="71437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14"/>
              <p:cNvCxnSpPr/>
              <p:nvPr/>
            </p:nvCxnSpPr>
            <p:spPr>
              <a:xfrm>
                <a:off x="2076450" y="79692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" name="Google Shape;137;p14"/>
              <p:cNvCxnSpPr/>
              <p:nvPr/>
            </p:nvCxnSpPr>
            <p:spPr>
              <a:xfrm>
                <a:off x="1962150" y="87947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14"/>
              <p:cNvCxnSpPr/>
              <p:nvPr/>
            </p:nvCxnSpPr>
            <p:spPr>
              <a:xfrm>
                <a:off x="2076450" y="962025"/>
                <a:ext cx="421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032582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4360D4-4948-1C4D-2EFA-C884E2446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13FC8-45EE-DDBA-FA85-0F91A0F14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13B0A-4BE0-24F3-609C-98D4CFC198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1BF4F-ED6D-4099-8773-8F99235F01B0}" type="datetimeFigureOut">
              <a:rPr lang="en-IN" smtClean="0"/>
              <a:t>14-10-2024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54F19-D767-C63F-49A6-F17B015CC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59E3C-5EDC-996F-FF16-F47268CD9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D7257-C59A-4F6B-8989-E1E9F0137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26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12.6980" TargetMode="External"/><Relationship Id="rId2" Type="http://schemas.openxmlformats.org/officeDocument/2006/relationships/hyperlink" Target="https://www.stat.berkeley.edu/~breiman/RandomForests/" TargetMode="Externa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2.xml"/><Relationship Id="rId5" Type="http://schemas.openxmlformats.org/officeDocument/2006/relationships/image" Target="../media/image80.png"/><Relationship Id="rId4" Type="http://schemas.openxmlformats.org/officeDocument/2006/relationships/customXml" Target="../ink/ink1.xml"/><Relationship Id="rId9" Type="http://schemas.openxmlformats.org/officeDocument/2006/relationships/customXml" Target="../ink/ink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>
            <a:spLocks noGrp="1"/>
          </p:cNvSpPr>
          <p:nvPr>
            <p:ph type="ctrTitle"/>
          </p:nvPr>
        </p:nvSpPr>
        <p:spPr>
          <a:xfrm>
            <a:off x="924818" y="1039597"/>
            <a:ext cx="10114208" cy="201152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altLang="en-US" sz="5333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altLang="en-US" sz="5333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DriftAI</a:t>
            </a:r>
            <a:r>
              <a:rPr lang="en-US" altLang="en-US" sz="5333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br>
              <a:rPr lang="en-US" altLang="en-US" sz="5333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5333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Drifting Angle with AI </a:t>
            </a:r>
            <a:endParaRPr sz="5333" dirty="0"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1"/>
          </p:nvPr>
        </p:nvSpPr>
        <p:spPr>
          <a:xfrm>
            <a:off x="-33361" y="3726651"/>
            <a:ext cx="7708668" cy="1072013"/>
          </a:xfrm>
          <a:prstGeom prst="rect">
            <a:avLst/>
          </a:prstGeom>
        </p:spPr>
        <p:txBody>
          <a:bodyPr spcFirstLastPara="1" vert="horz" wrap="square" lIns="121900" tIns="121900" rIns="121900" bIns="121900" numCol="2" rtlCol="0" anchor="t" anchorCtr="0">
            <a:noAutofit/>
          </a:bodyPr>
          <a:lstStyle/>
          <a:p>
            <a:pPr marL="0" lvl="8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Jagadeeswari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M </a:t>
            </a:r>
          </a:p>
          <a:p>
            <a:pPr marL="0" lvl="8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22dsc216</a:t>
            </a:r>
          </a:p>
          <a:p>
            <a:pPr marL="0" lvl="8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8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Gandhimadhi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Data science</a:t>
            </a:r>
            <a:endParaRPr lang="en-US" sz="2000" dirty="0"/>
          </a:p>
        </p:txBody>
      </p:sp>
      <p:grpSp>
        <p:nvGrpSpPr>
          <p:cNvPr id="256" name="Google Shape;256;p26"/>
          <p:cNvGrpSpPr/>
          <p:nvPr/>
        </p:nvGrpSpPr>
        <p:grpSpPr>
          <a:xfrm>
            <a:off x="10974305" y="3429000"/>
            <a:ext cx="1319209" cy="330200"/>
            <a:chOff x="1962150" y="714375"/>
            <a:chExt cx="4333800" cy="247650"/>
          </a:xfrm>
        </p:grpSpPr>
        <p:cxnSp>
          <p:nvCxnSpPr>
            <p:cNvPr id="257" name="Google Shape;257;p26"/>
            <p:cNvCxnSpPr/>
            <p:nvPr/>
          </p:nvCxnSpPr>
          <p:spPr>
            <a:xfrm>
              <a:off x="1962150" y="71437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" name="Google Shape;258;p26"/>
            <p:cNvCxnSpPr/>
            <p:nvPr/>
          </p:nvCxnSpPr>
          <p:spPr>
            <a:xfrm>
              <a:off x="2076450" y="79692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" name="Google Shape;259;p26"/>
            <p:cNvCxnSpPr/>
            <p:nvPr/>
          </p:nvCxnSpPr>
          <p:spPr>
            <a:xfrm>
              <a:off x="1962150" y="87947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" name="Google Shape;260;p26"/>
            <p:cNvCxnSpPr/>
            <p:nvPr/>
          </p:nvCxnSpPr>
          <p:spPr>
            <a:xfrm>
              <a:off x="2076450" y="96202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1" name="Google Shape;261;p26"/>
          <p:cNvGrpSpPr/>
          <p:nvPr/>
        </p:nvGrpSpPr>
        <p:grpSpPr>
          <a:xfrm>
            <a:off x="1" y="727104"/>
            <a:ext cx="2335052" cy="330200"/>
            <a:chOff x="1962150" y="714375"/>
            <a:chExt cx="4333800" cy="247650"/>
          </a:xfrm>
        </p:grpSpPr>
        <p:cxnSp>
          <p:nvCxnSpPr>
            <p:cNvPr id="262" name="Google Shape;262;p26"/>
            <p:cNvCxnSpPr/>
            <p:nvPr/>
          </p:nvCxnSpPr>
          <p:spPr>
            <a:xfrm>
              <a:off x="1962150" y="71437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" name="Google Shape;263;p26"/>
            <p:cNvCxnSpPr/>
            <p:nvPr/>
          </p:nvCxnSpPr>
          <p:spPr>
            <a:xfrm>
              <a:off x="2076450" y="79692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" name="Google Shape;264;p26"/>
            <p:cNvCxnSpPr/>
            <p:nvPr/>
          </p:nvCxnSpPr>
          <p:spPr>
            <a:xfrm>
              <a:off x="1962150" y="87947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" name="Google Shape;265;p26"/>
            <p:cNvCxnSpPr/>
            <p:nvPr/>
          </p:nvCxnSpPr>
          <p:spPr>
            <a:xfrm>
              <a:off x="2076450" y="96202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9A612BA-EB8E-54DD-38A3-8D41F3F54C87}"/>
              </a:ext>
            </a:extLst>
          </p:cNvPr>
          <p:cNvCxnSpPr/>
          <p:nvPr/>
        </p:nvCxnSpPr>
        <p:spPr>
          <a:xfrm>
            <a:off x="396435" y="304800"/>
            <a:ext cx="0" cy="6053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0BE218-A752-641A-23A5-1AFF24CCE2C1}"/>
              </a:ext>
            </a:extLst>
          </p:cNvPr>
          <p:cNvCxnSpPr/>
          <p:nvPr/>
        </p:nvCxnSpPr>
        <p:spPr>
          <a:xfrm>
            <a:off x="396435" y="304800"/>
            <a:ext cx="11363765" cy="59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D5C0F88-EB6E-6349-3CF0-04135C3D3F90}"/>
              </a:ext>
            </a:extLst>
          </p:cNvPr>
          <p:cNvSpPr/>
          <p:nvPr/>
        </p:nvSpPr>
        <p:spPr>
          <a:xfrm>
            <a:off x="-33361" y="5905500"/>
            <a:ext cx="12258721" cy="9651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Google Shape;2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4933" y="3911684"/>
            <a:ext cx="6901551" cy="276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C2E5-4FAA-0E6D-D5FF-8DB3E4F3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AC034-9122-D883-80CE-C2F32EB6A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190AD-7DE1-856D-F348-585DBCA77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020"/>
            <a:ext cx="12192000" cy="682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64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31"/>
          <p:cNvCxnSpPr/>
          <p:nvPr/>
        </p:nvCxnSpPr>
        <p:spPr>
          <a:xfrm>
            <a:off x="2420826" y="1082273"/>
            <a:ext cx="613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24" name="Google Shape;324;p31"/>
          <p:cNvGrpSpPr/>
          <p:nvPr/>
        </p:nvGrpSpPr>
        <p:grpSpPr>
          <a:xfrm rot="5400000">
            <a:off x="9746873" y="759556"/>
            <a:ext cx="2164588" cy="330200"/>
            <a:chOff x="1962150" y="714375"/>
            <a:chExt cx="4333800" cy="247650"/>
          </a:xfrm>
        </p:grpSpPr>
        <p:cxnSp>
          <p:nvCxnSpPr>
            <p:cNvPr id="325" name="Google Shape;325;p31"/>
            <p:cNvCxnSpPr/>
            <p:nvPr/>
          </p:nvCxnSpPr>
          <p:spPr>
            <a:xfrm>
              <a:off x="1962150" y="71437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31"/>
            <p:cNvCxnSpPr/>
            <p:nvPr/>
          </p:nvCxnSpPr>
          <p:spPr>
            <a:xfrm>
              <a:off x="2076450" y="79692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31"/>
            <p:cNvCxnSpPr/>
            <p:nvPr/>
          </p:nvCxnSpPr>
          <p:spPr>
            <a:xfrm>
              <a:off x="1962150" y="87947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31"/>
            <p:cNvCxnSpPr/>
            <p:nvPr/>
          </p:nvCxnSpPr>
          <p:spPr>
            <a:xfrm>
              <a:off x="2076450" y="96202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2" name="Content Placeholder 8">
            <a:extLst>
              <a:ext uri="{FF2B5EF4-FFF2-40B4-BE49-F238E27FC236}">
                <a16:creationId xmlns:a16="http://schemas.microsoft.com/office/drawing/2014/main" id="{9C7A0F5A-E113-1CE3-317F-9044E426C172}"/>
              </a:ext>
            </a:extLst>
          </p:cNvPr>
          <p:cNvGraphicFramePr>
            <a:graphicFrameLocks/>
          </p:cNvGraphicFramePr>
          <p:nvPr/>
        </p:nvGraphicFramePr>
        <p:xfrm>
          <a:off x="1307799" y="402934"/>
          <a:ext cx="9023124" cy="479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/>
          <p:nvPr/>
        </p:nvSpPr>
        <p:spPr>
          <a:xfrm>
            <a:off x="4736351" y="2450781"/>
            <a:ext cx="2710400" cy="27104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55" name="Google Shape;35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1436" y="1951131"/>
            <a:ext cx="4135613" cy="355971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4"/>
          <p:cNvSpPr/>
          <p:nvPr/>
        </p:nvSpPr>
        <p:spPr>
          <a:xfrm>
            <a:off x="3937427" y="1544656"/>
            <a:ext cx="654800" cy="6548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7746725" y="1491639"/>
            <a:ext cx="654800" cy="6548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3897151" y="4898751"/>
            <a:ext cx="654800" cy="6548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9" name="Google Shape;359;p34"/>
          <p:cNvSpPr/>
          <p:nvPr/>
        </p:nvSpPr>
        <p:spPr>
          <a:xfrm>
            <a:off x="7640051" y="4898751"/>
            <a:ext cx="654800" cy="6548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60" name="Google Shape;360;p34"/>
          <p:cNvGrpSpPr/>
          <p:nvPr/>
        </p:nvGrpSpPr>
        <p:grpSpPr>
          <a:xfrm>
            <a:off x="4143660" y="1706796"/>
            <a:ext cx="369013" cy="391189"/>
            <a:chOff x="2704005" y="4258781"/>
            <a:chExt cx="342144" cy="362704"/>
          </a:xfrm>
        </p:grpSpPr>
        <p:sp>
          <p:nvSpPr>
            <p:cNvPr id="361" name="Google Shape;361;p34"/>
            <p:cNvSpPr/>
            <p:nvPr/>
          </p:nvSpPr>
          <p:spPr>
            <a:xfrm>
              <a:off x="2704005" y="4258781"/>
              <a:ext cx="173543" cy="183554"/>
            </a:xfrm>
            <a:custGeom>
              <a:avLst/>
              <a:gdLst/>
              <a:ahLst/>
              <a:cxnLst/>
              <a:rect l="l" t="t" r="r" b="b"/>
              <a:pathLst>
                <a:path w="5478" h="5794" extrusionOk="0">
                  <a:moveTo>
                    <a:pt x="2646" y="0"/>
                  </a:moveTo>
                  <a:cubicBezTo>
                    <a:pt x="2134" y="0"/>
                    <a:pt x="1626" y="154"/>
                    <a:pt x="1191" y="447"/>
                  </a:cubicBezTo>
                  <a:cubicBezTo>
                    <a:pt x="798" y="709"/>
                    <a:pt x="489" y="1066"/>
                    <a:pt x="298" y="1483"/>
                  </a:cubicBezTo>
                  <a:cubicBezTo>
                    <a:pt x="108" y="1876"/>
                    <a:pt x="1" y="2328"/>
                    <a:pt x="24" y="2769"/>
                  </a:cubicBezTo>
                  <a:cubicBezTo>
                    <a:pt x="24" y="2864"/>
                    <a:pt x="120" y="2936"/>
                    <a:pt x="203" y="2936"/>
                  </a:cubicBezTo>
                  <a:cubicBezTo>
                    <a:pt x="298" y="2936"/>
                    <a:pt x="370" y="2852"/>
                    <a:pt x="370" y="2757"/>
                  </a:cubicBezTo>
                  <a:cubicBezTo>
                    <a:pt x="346" y="1935"/>
                    <a:pt x="715" y="1197"/>
                    <a:pt x="1394" y="733"/>
                  </a:cubicBezTo>
                  <a:cubicBezTo>
                    <a:pt x="1786" y="473"/>
                    <a:pt x="2229" y="348"/>
                    <a:pt x="2668" y="348"/>
                  </a:cubicBezTo>
                  <a:cubicBezTo>
                    <a:pt x="3413" y="348"/>
                    <a:pt x="4146" y="709"/>
                    <a:pt x="4596" y="1376"/>
                  </a:cubicBezTo>
                  <a:cubicBezTo>
                    <a:pt x="5168" y="2209"/>
                    <a:pt x="5120" y="3293"/>
                    <a:pt x="4489" y="4079"/>
                  </a:cubicBezTo>
                  <a:cubicBezTo>
                    <a:pt x="4465" y="4114"/>
                    <a:pt x="4453" y="4162"/>
                    <a:pt x="4465" y="4198"/>
                  </a:cubicBezTo>
                  <a:lnTo>
                    <a:pt x="4525" y="5376"/>
                  </a:lnTo>
                  <a:lnTo>
                    <a:pt x="3453" y="4876"/>
                  </a:lnTo>
                  <a:cubicBezTo>
                    <a:pt x="3418" y="4852"/>
                    <a:pt x="3382" y="4852"/>
                    <a:pt x="3334" y="4852"/>
                  </a:cubicBezTo>
                  <a:cubicBezTo>
                    <a:pt x="3123" y="4915"/>
                    <a:pt x="2908" y="4945"/>
                    <a:pt x="2695" y="4945"/>
                  </a:cubicBezTo>
                  <a:cubicBezTo>
                    <a:pt x="1939" y="4945"/>
                    <a:pt x="1214" y="4565"/>
                    <a:pt x="786" y="3924"/>
                  </a:cubicBezTo>
                  <a:cubicBezTo>
                    <a:pt x="667" y="3745"/>
                    <a:pt x="584" y="3567"/>
                    <a:pt x="524" y="3352"/>
                  </a:cubicBezTo>
                  <a:cubicBezTo>
                    <a:pt x="495" y="3283"/>
                    <a:pt x="433" y="3239"/>
                    <a:pt x="359" y="3239"/>
                  </a:cubicBezTo>
                  <a:cubicBezTo>
                    <a:pt x="343" y="3239"/>
                    <a:pt x="327" y="3241"/>
                    <a:pt x="310" y="3245"/>
                  </a:cubicBezTo>
                  <a:cubicBezTo>
                    <a:pt x="227" y="3281"/>
                    <a:pt x="179" y="3364"/>
                    <a:pt x="203" y="3459"/>
                  </a:cubicBezTo>
                  <a:cubicBezTo>
                    <a:pt x="286" y="3686"/>
                    <a:pt x="382" y="3900"/>
                    <a:pt x="524" y="4090"/>
                  </a:cubicBezTo>
                  <a:cubicBezTo>
                    <a:pt x="1018" y="4840"/>
                    <a:pt x="1844" y="5272"/>
                    <a:pt x="2713" y="5272"/>
                  </a:cubicBezTo>
                  <a:cubicBezTo>
                    <a:pt x="2935" y="5272"/>
                    <a:pt x="3159" y="5244"/>
                    <a:pt x="3382" y="5186"/>
                  </a:cubicBezTo>
                  <a:lnTo>
                    <a:pt x="4644" y="5781"/>
                  </a:lnTo>
                  <a:cubicBezTo>
                    <a:pt x="4668" y="5793"/>
                    <a:pt x="4692" y="5793"/>
                    <a:pt x="4715" y="5793"/>
                  </a:cubicBezTo>
                  <a:cubicBezTo>
                    <a:pt x="4751" y="5793"/>
                    <a:pt x="4775" y="5781"/>
                    <a:pt x="4811" y="5757"/>
                  </a:cubicBezTo>
                  <a:cubicBezTo>
                    <a:pt x="4846" y="5734"/>
                    <a:pt x="4882" y="5674"/>
                    <a:pt x="4882" y="5614"/>
                  </a:cubicBezTo>
                  <a:lnTo>
                    <a:pt x="4823" y="4210"/>
                  </a:lnTo>
                  <a:cubicBezTo>
                    <a:pt x="5442" y="3328"/>
                    <a:pt x="5477" y="2102"/>
                    <a:pt x="4846" y="1162"/>
                  </a:cubicBezTo>
                  <a:cubicBezTo>
                    <a:pt x="4465" y="590"/>
                    <a:pt x="3870" y="185"/>
                    <a:pt x="3168" y="54"/>
                  </a:cubicBezTo>
                  <a:cubicBezTo>
                    <a:pt x="2995" y="18"/>
                    <a:pt x="2820" y="0"/>
                    <a:pt x="2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2733816" y="4278961"/>
              <a:ext cx="112052" cy="122633"/>
            </a:xfrm>
            <a:custGeom>
              <a:avLst/>
              <a:gdLst/>
              <a:ahLst/>
              <a:cxnLst/>
              <a:rect l="l" t="t" r="r" b="b"/>
              <a:pathLst>
                <a:path w="3537" h="3871" extrusionOk="0">
                  <a:moveTo>
                    <a:pt x="2285" y="0"/>
                  </a:moveTo>
                  <a:cubicBezTo>
                    <a:pt x="2256" y="0"/>
                    <a:pt x="2227" y="8"/>
                    <a:pt x="2203" y="24"/>
                  </a:cubicBezTo>
                  <a:cubicBezTo>
                    <a:pt x="2119" y="60"/>
                    <a:pt x="2096" y="167"/>
                    <a:pt x="2143" y="239"/>
                  </a:cubicBezTo>
                  <a:lnTo>
                    <a:pt x="2227" y="394"/>
                  </a:lnTo>
                  <a:cubicBezTo>
                    <a:pt x="2084" y="346"/>
                    <a:pt x="1917" y="334"/>
                    <a:pt x="1762" y="334"/>
                  </a:cubicBezTo>
                  <a:cubicBezTo>
                    <a:pt x="786" y="334"/>
                    <a:pt x="0" y="1120"/>
                    <a:pt x="0" y="2108"/>
                  </a:cubicBezTo>
                  <a:cubicBezTo>
                    <a:pt x="0" y="3084"/>
                    <a:pt x="786" y="3870"/>
                    <a:pt x="1762" y="3870"/>
                  </a:cubicBezTo>
                  <a:cubicBezTo>
                    <a:pt x="2750" y="3870"/>
                    <a:pt x="3536" y="3084"/>
                    <a:pt x="3536" y="2108"/>
                  </a:cubicBezTo>
                  <a:cubicBezTo>
                    <a:pt x="3477" y="1941"/>
                    <a:pt x="3465" y="1810"/>
                    <a:pt x="3429" y="1679"/>
                  </a:cubicBezTo>
                  <a:cubicBezTo>
                    <a:pt x="3420" y="1603"/>
                    <a:pt x="3349" y="1550"/>
                    <a:pt x="3279" y="1550"/>
                  </a:cubicBezTo>
                  <a:cubicBezTo>
                    <a:pt x="3261" y="1550"/>
                    <a:pt x="3243" y="1553"/>
                    <a:pt x="3227" y="1560"/>
                  </a:cubicBezTo>
                  <a:cubicBezTo>
                    <a:pt x="3131" y="1572"/>
                    <a:pt x="3072" y="1656"/>
                    <a:pt x="3108" y="1763"/>
                  </a:cubicBezTo>
                  <a:cubicBezTo>
                    <a:pt x="3131" y="1870"/>
                    <a:pt x="3155" y="1989"/>
                    <a:pt x="3155" y="2096"/>
                  </a:cubicBezTo>
                  <a:cubicBezTo>
                    <a:pt x="3155" y="2882"/>
                    <a:pt x="2512" y="3525"/>
                    <a:pt x="1715" y="3525"/>
                  </a:cubicBezTo>
                  <a:cubicBezTo>
                    <a:pt x="929" y="3525"/>
                    <a:pt x="286" y="2882"/>
                    <a:pt x="286" y="2096"/>
                  </a:cubicBezTo>
                  <a:cubicBezTo>
                    <a:pt x="286" y="1298"/>
                    <a:pt x="929" y="667"/>
                    <a:pt x="1715" y="667"/>
                  </a:cubicBezTo>
                  <a:cubicBezTo>
                    <a:pt x="1834" y="667"/>
                    <a:pt x="1941" y="679"/>
                    <a:pt x="2060" y="703"/>
                  </a:cubicBezTo>
                  <a:lnTo>
                    <a:pt x="1881" y="751"/>
                  </a:lnTo>
                  <a:cubicBezTo>
                    <a:pt x="1798" y="763"/>
                    <a:pt x="1738" y="858"/>
                    <a:pt x="1762" y="965"/>
                  </a:cubicBezTo>
                  <a:cubicBezTo>
                    <a:pt x="1772" y="1031"/>
                    <a:pt x="1834" y="1083"/>
                    <a:pt x="1913" y="1083"/>
                  </a:cubicBezTo>
                  <a:cubicBezTo>
                    <a:pt x="1934" y="1083"/>
                    <a:pt x="1955" y="1079"/>
                    <a:pt x="1977" y="1072"/>
                  </a:cubicBezTo>
                  <a:lnTo>
                    <a:pt x="2655" y="929"/>
                  </a:lnTo>
                  <a:cubicBezTo>
                    <a:pt x="2762" y="894"/>
                    <a:pt x="2822" y="775"/>
                    <a:pt x="2762" y="679"/>
                  </a:cubicBezTo>
                  <a:lnTo>
                    <a:pt x="2417" y="84"/>
                  </a:lnTo>
                  <a:cubicBezTo>
                    <a:pt x="2394" y="29"/>
                    <a:pt x="2339" y="0"/>
                    <a:pt x="2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2759445" y="4322711"/>
              <a:ext cx="33993" cy="44542"/>
            </a:xfrm>
            <a:custGeom>
              <a:avLst/>
              <a:gdLst/>
              <a:ahLst/>
              <a:cxnLst/>
              <a:rect l="l" t="t" r="r" b="b"/>
              <a:pathLst>
                <a:path w="1073" h="1406" extrusionOk="0">
                  <a:moveTo>
                    <a:pt x="513" y="1"/>
                  </a:moveTo>
                  <a:cubicBezTo>
                    <a:pt x="239" y="1"/>
                    <a:pt x="36" y="203"/>
                    <a:pt x="36" y="453"/>
                  </a:cubicBezTo>
                  <a:cubicBezTo>
                    <a:pt x="36" y="548"/>
                    <a:pt x="108" y="620"/>
                    <a:pt x="203" y="620"/>
                  </a:cubicBezTo>
                  <a:cubicBezTo>
                    <a:pt x="287" y="620"/>
                    <a:pt x="358" y="548"/>
                    <a:pt x="358" y="453"/>
                  </a:cubicBezTo>
                  <a:cubicBezTo>
                    <a:pt x="358" y="382"/>
                    <a:pt x="417" y="322"/>
                    <a:pt x="513" y="322"/>
                  </a:cubicBezTo>
                  <a:lnTo>
                    <a:pt x="560" y="322"/>
                  </a:lnTo>
                  <a:cubicBezTo>
                    <a:pt x="572" y="322"/>
                    <a:pt x="584" y="334"/>
                    <a:pt x="584" y="334"/>
                  </a:cubicBezTo>
                  <a:lnTo>
                    <a:pt x="584" y="358"/>
                  </a:lnTo>
                  <a:lnTo>
                    <a:pt x="48" y="1144"/>
                  </a:lnTo>
                  <a:cubicBezTo>
                    <a:pt x="13" y="1191"/>
                    <a:pt x="1" y="1263"/>
                    <a:pt x="36" y="1322"/>
                  </a:cubicBezTo>
                  <a:cubicBezTo>
                    <a:pt x="60" y="1382"/>
                    <a:pt x="120" y="1406"/>
                    <a:pt x="179" y="1406"/>
                  </a:cubicBezTo>
                  <a:lnTo>
                    <a:pt x="906" y="1406"/>
                  </a:lnTo>
                  <a:cubicBezTo>
                    <a:pt x="1001" y="1406"/>
                    <a:pt x="1072" y="1334"/>
                    <a:pt x="1072" y="1251"/>
                  </a:cubicBezTo>
                  <a:cubicBezTo>
                    <a:pt x="1072" y="1156"/>
                    <a:pt x="1037" y="1072"/>
                    <a:pt x="929" y="1072"/>
                  </a:cubicBezTo>
                  <a:lnTo>
                    <a:pt x="513" y="1072"/>
                  </a:lnTo>
                  <a:lnTo>
                    <a:pt x="870" y="548"/>
                  </a:lnTo>
                  <a:cubicBezTo>
                    <a:pt x="941" y="441"/>
                    <a:pt x="941" y="310"/>
                    <a:pt x="882" y="191"/>
                  </a:cubicBezTo>
                  <a:cubicBezTo>
                    <a:pt x="822" y="72"/>
                    <a:pt x="691" y="1"/>
                    <a:pt x="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2791885" y="4321951"/>
              <a:ext cx="26073" cy="44922"/>
            </a:xfrm>
            <a:custGeom>
              <a:avLst/>
              <a:gdLst/>
              <a:ahLst/>
              <a:cxnLst/>
              <a:rect l="l" t="t" r="r" b="b"/>
              <a:pathLst>
                <a:path w="823" h="1418" extrusionOk="0">
                  <a:moveTo>
                    <a:pt x="167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751"/>
                  </a:lnTo>
                  <a:cubicBezTo>
                    <a:pt x="1" y="834"/>
                    <a:pt x="84" y="918"/>
                    <a:pt x="167" y="918"/>
                  </a:cubicBezTo>
                  <a:lnTo>
                    <a:pt x="501" y="918"/>
                  </a:lnTo>
                  <a:lnTo>
                    <a:pt x="501" y="1251"/>
                  </a:lnTo>
                  <a:cubicBezTo>
                    <a:pt x="501" y="1346"/>
                    <a:pt x="572" y="1418"/>
                    <a:pt x="667" y="1418"/>
                  </a:cubicBezTo>
                  <a:cubicBezTo>
                    <a:pt x="751" y="1418"/>
                    <a:pt x="822" y="1346"/>
                    <a:pt x="822" y="1251"/>
                  </a:cubicBezTo>
                  <a:lnTo>
                    <a:pt x="822" y="751"/>
                  </a:lnTo>
                  <a:lnTo>
                    <a:pt x="822" y="168"/>
                  </a:lnTo>
                  <a:cubicBezTo>
                    <a:pt x="810" y="84"/>
                    <a:pt x="739" y="1"/>
                    <a:pt x="644" y="1"/>
                  </a:cubicBezTo>
                  <a:cubicBezTo>
                    <a:pt x="560" y="1"/>
                    <a:pt x="477" y="84"/>
                    <a:pt x="477" y="168"/>
                  </a:cubicBezTo>
                  <a:lnTo>
                    <a:pt x="477" y="572"/>
                  </a:lnTo>
                  <a:lnTo>
                    <a:pt x="334" y="572"/>
                  </a:lnTo>
                  <a:lnTo>
                    <a:pt x="334" y="168"/>
                  </a:lnTo>
                  <a:cubicBezTo>
                    <a:pt x="334" y="84"/>
                    <a:pt x="263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2828095" y="4322648"/>
              <a:ext cx="218053" cy="170597"/>
            </a:xfrm>
            <a:custGeom>
              <a:avLst/>
              <a:gdLst/>
              <a:ahLst/>
              <a:cxnLst/>
              <a:rect l="l" t="t" r="r" b="b"/>
              <a:pathLst>
                <a:path w="6883" h="5385" extrusionOk="0">
                  <a:moveTo>
                    <a:pt x="4111" y="0"/>
                  </a:moveTo>
                  <a:cubicBezTo>
                    <a:pt x="4032" y="0"/>
                    <a:pt x="3952" y="5"/>
                    <a:pt x="3870" y="15"/>
                  </a:cubicBezTo>
                  <a:cubicBezTo>
                    <a:pt x="3251" y="62"/>
                    <a:pt x="2632" y="372"/>
                    <a:pt x="2156" y="860"/>
                  </a:cubicBezTo>
                  <a:cubicBezTo>
                    <a:pt x="1679" y="1348"/>
                    <a:pt x="1382" y="1979"/>
                    <a:pt x="1334" y="2586"/>
                  </a:cubicBezTo>
                  <a:cubicBezTo>
                    <a:pt x="1310" y="3015"/>
                    <a:pt x="1382" y="3420"/>
                    <a:pt x="1549" y="3825"/>
                  </a:cubicBezTo>
                  <a:lnTo>
                    <a:pt x="72" y="5087"/>
                  </a:lnTo>
                  <a:cubicBezTo>
                    <a:pt x="1" y="5146"/>
                    <a:pt x="1" y="5253"/>
                    <a:pt x="60" y="5325"/>
                  </a:cubicBezTo>
                  <a:cubicBezTo>
                    <a:pt x="84" y="5372"/>
                    <a:pt x="132" y="5384"/>
                    <a:pt x="191" y="5384"/>
                  </a:cubicBezTo>
                  <a:cubicBezTo>
                    <a:pt x="227" y="5384"/>
                    <a:pt x="263" y="5372"/>
                    <a:pt x="298" y="5337"/>
                  </a:cubicBezTo>
                  <a:lnTo>
                    <a:pt x="1870" y="3991"/>
                  </a:lnTo>
                  <a:cubicBezTo>
                    <a:pt x="1930" y="3944"/>
                    <a:pt x="1941" y="3848"/>
                    <a:pt x="1918" y="3789"/>
                  </a:cubicBezTo>
                  <a:cubicBezTo>
                    <a:pt x="1739" y="3420"/>
                    <a:pt x="1668" y="3015"/>
                    <a:pt x="1691" y="2598"/>
                  </a:cubicBezTo>
                  <a:cubicBezTo>
                    <a:pt x="1763" y="1491"/>
                    <a:pt x="2811" y="431"/>
                    <a:pt x="3906" y="336"/>
                  </a:cubicBezTo>
                  <a:cubicBezTo>
                    <a:pt x="3965" y="333"/>
                    <a:pt x="4023" y="332"/>
                    <a:pt x="4081" y="332"/>
                  </a:cubicBezTo>
                  <a:cubicBezTo>
                    <a:pt x="4280" y="332"/>
                    <a:pt x="4474" y="350"/>
                    <a:pt x="4668" y="396"/>
                  </a:cubicBezTo>
                  <a:cubicBezTo>
                    <a:pt x="4716" y="419"/>
                    <a:pt x="4716" y="443"/>
                    <a:pt x="4727" y="455"/>
                  </a:cubicBezTo>
                  <a:cubicBezTo>
                    <a:pt x="4727" y="479"/>
                    <a:pt x="4739" y="503"/>
                    <a:pt x="4716" y="539"/>
                  </a:cubicBezTo>
                  <a:lnTo>
                    <a:pt x="3632" y="1622"/>
                  </a:lnTo>
                  <a:cubicBezTo>
                    <a:pt x="3477" y="1765"/>
                    <a:pt x="3394" y="1967"/>
                    <a:pt x="3394" y="2182"/>
                  </a:cubicBezTo>
                  <a:cubicBezTo>
                    <a:pt x="3394" y="2396"/>
                    <a:pt x="3477" y="2598"/>
                    <a:pt x="3632" y="2753"/>
                  </a:cubicBezTo>
                  <a:lnTo>
                    <a:pt x="4132" y="3253"/>
                  </a:lnTo>
                  <a:cubicBezTo>
                    <a:pt x="4287" y="3408"/>
                    <a:pt x="4489" y="3485"/>
                    <a:pt x="4692" y="3485"/>
                  </a:cubicBezTo>
                  <a:cubicBezTo>
                    <a:pt x="4894" y="3485"/>
                    <a:pt x="5097" y="3408"/>
                    <a:pt x="5251" y="3253"/>
                  </a:cubicBezTo>
                  <a:lnTo>
                    <a:pt x="6347" y="2158"/>
                  </a:lnTo>
                  <a:cubicBezTo>
                    <a:pt x="6369" y="2135"/>
                    <a:pt x="6387" y="2127"/>
                    <a:pt x="6403" y="2127"/>
                  </a:cubicBezTo>
                  <a:cubicBezTo>
                    <a:pt x="6413" y="2127"/>
                    <a:pt x="6421" y="2130"/>
                    <a:pt x="6430" y="2134"/>
                  </a:cubicBezTo>
                  <a:cubicBezTo>
                    <a:pt x="6442" y="2134"/>
                    <a:pt x="6466" y="2158"/>
                    <a:pt x="6478" y="2194"/>
                  </a:cubicBezTo>
                  <a:cubicBezTo>
                    <a:pt x="6537" y="2455"/>
                    <a:pt x="6573" y="2705"/>
                    <a:pt x="6537" y="2967"/>
                  </a:cubicBezTo>
                  <a:cubicBezTo>
                    <a:pt x="6478" y="3753"/>
                    <a:pt x="5966" y="4515"/>
                    <a:pt x="5216" y="4944"/>
                  </a:cubicBezTo>
                  <a:cubicBezTo>
                    <a:pt x="5144" y="4980"/>
                    <a:pt x="5108" y="5087"/>
                    <a:pt x="5156" y="5158"/>
                  </a:cubicBezTo>
                  <a:cubicBezTo>
                    <a:pt x="5187" y="5213"/>
                    <a:pt x="5244" y="5242"/>
                    <a:pt x="5300" y="5242"/>
                  </a:cubicBezTo>
                  <a:cubicBezTo>
                    <a:pt x="5329" y="5242"/>
                    <a:pt x="5358" y="5234"/>
                    <a:pt x="5382" y="5218"/>
                  </a:cubicBezTo>
                  <a:cubicBezTo>
                    <a:pt x="6228" y="4741"/>
                    <a:pt x="6823" y="3884"/>
                    <a:pt x="6883" y="2991"/>
                  </a:cubicBezTo>
                  <a:cubicBezTo>
                    <a:pt x="6871" y="2682"/>
                    <a:pt x="6859" y="2384"/>
                    <a:pt x="6775" y="2098"/>
                  </a:cubicBezTo>
                  <a:cubicBezTo>
                    <a:pt x="6752" y="1943"/>
                    <a:pt x="6632" y="1848"/>
                    <a:pt x="6478" y="1801"/>
                  </a:cubicBezTo>
                  <a:cubicBezTo>
                    <a:pt x="6440" y="1788"/>
                    <a:pt x="6402" y="1782"/>
                    <a:pt x="6364" y="1782"/>
                  </a:cubicBezTo>
                  <a:cubicBezTo>
                    <a:pt x="6258" y="1782"/>
                    <a:pt x="6155" y="1829"/>
                    <a:pt x="6085" y="1908"/>
                  </a:cubicBezTo>
                  <a:lnTo>
                    <a:pt x="4978" y="3003"/>
                  </a:lnTo>
                  <a:cubicBezTo>
                    <a:pt x="4888" y="3092"/>
                    <a:pt x="4772" y="3137"/>
                    <a:pt x="4658" y="3137"/>
                  </a:cubicBezTo>
                  <a:cubicBezTo>
                    <a:pt x="4543" y="3137"/>
                    <a:pt x="4430" y="3092"/>
                    <a:pt x="4346" y="3003"/>
                  </a:cubicBezTo>
                  <a:lnTo>
                    <a:pt x="3835" y="2503"/>
                  </a:lnTo>
                  <a:cubicBezTo>
                    <a:pt x="3751" y="2408"/>
                    <a:pt x="3704" y="2301"/>
                    <a:pt x="3704" y="2170"/>
                  </a:cubicBezTo>
                  <a:cubicBezTo>
                    <a:pt x="3704" y="2051"/>
                    <a:pt x="3751" y="1932"/>
                    <a:pt x="3835" y="1848"/>
                  </a:cubicBezTo>
                  <a:lnTo>
                    <a:pt x="4918" y="753"/>
                  </a:lnTo>
                  <a:cubicBezTo>
                    <a:pt x="5025" y="658"/>
                    <a:pt x="5073" y="491"/>
                    <a:pt x="5025" y="360"/>
                  </a:cubicBezTo>
                  <a:cubicBezTo>
                    <a:pt x="4978" y="205"/>
                    <a:pt x="4882" y="98"/>
                    <a:pt x="4727" y="74"/>
                  </a:cubicBezTo>
                  <a:cubicBezTo>
                    <a:pt x="4520" y="31"/>
                    <a:pt x="4320" y="0"/>
                    <a:pt x="4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2746995" y="4480034"/>
              <a:ext cx="232404" cy="141451"/>
            </a:xfrm>
            <a:custGeom>
              <a:avLst/>
              <a:gdLst/>
              <a:ahLst/>
              <a:cxnLst/>
              <a:rect l="l" t="t" r="r" b="b"/>
              <a:pathLst>
                <a:path w="7336" h="4465" extrusionOk="0">
                  <a:moveTo>
                    <a:pt x="5613" y="0"/>
                  </a:moveTo>
                  <a:cubicBezTo>
                    <a:pt x="5566" y="0"/>
                    <a:pt x="5522" y="19"/>
                    <a:pt x="5490" y="59"/>
                  </a:cubicBezTo>
                  <a:lnTo>
                    <a:pt x="2168" y="3905"/>
                  </a:lnTo>
                  <a:cubicBezTo>
                    <a:pt x="2049" y="4036"/>
                    <a:pt x="1870" y="4119"/>
                    <a:pt x="1692" y="4119"/>
                  </a:cubicBezTo>
                  <a:cubicBezTo>
                    <a:pt x="1513" y="4119"/>
                    <a:pt x="1334" y="4060"/>
                    <a:pt x="1203" y="3929"/>
                  </a:cubicBezTo>
                  <a:lnTo>
                    <a:pt x="549" y="3274"/>
                  </a:lnTo>
                  <a:cubicBezTo>
                    <a:pt x="429" y="3143"/>
                    <a:pt x="358" y="2976"/>
                    <a:pt x="358" y="2786"/>
                  </a:cubicBezTo>
                  <a:cubicBezTo>
                    <a:pt x="370" y="2607"/>
                    <a:pt x="441" y="2429"/>
                    <a:pt x="572" y="2321"/>
                  </a:cubicBezTo>
                  <a:lnTo>
                    <a:pt x="2334" y="821"/>
                  </a:lnTo>
                  <a:cubicBezTo>
                    <a:pt x="2406" y="762"/>
                    <a:pt x="2406" y="655"/>
                    <a:pt x="2346" y="583"/>
                  </a:cubicBezTo>
                  <a:cubicBezTo>
                    <a:pt x="2315" y="546"/>
                    <a:pt x="2271" y="528"/>
                    <a:pt x="2226" y="528"/>
                  </a:cubicBezTo>
                  <a:cubicBezTo>
                    <a:pt x="2185" y="528"/>
                    <a:pt x="2142" y="543"/>
                    <a:pt x="2108" y="571"/>
                  </a:cubicBezTo>
                  <a:lnTo>
                    <a:pt x="358" y="2071"/>
                  </a:lnTo>
                  <a:cubicBezTo>
                    <a:pt x="144" y="2250"/>
                    <a:pt x="25" y="2500"/>
                    <a:pt x="13" y="2786"/>
                  </a:cubicBezTo>
                  <a:cubicBezTo>
                    <a:pt x="1" y="3048"/>
                    <a:pt x="96" y="3322"/>
                    <a:pt x="299" y="3512"/>
                  </a:cubicBezTo>
                  <a:lnTo>
                    <a:pt x="953" y="4167"/>
                  </a:lnTo>
                  <a:cubicBezTo>
                    <a:pt x="1132" y="4357"/>
                    <a:pt x="1394" y="4465"/>
                    <a:pt x="1644" y="4465"/>
                  </a:cubicBezTo>
                  <a:lnTo>
                    <a:pt x="1680" y="4465"/>
                  </a:lnTo>
                  <a:cubicBezTo>
                    <a:pt x="1965" y="4453"/>
                    <a:pt x="2215" y="4334"/>
                    <a:pt x="2394" y="4119"/>
                  </a:cubicBezTo>
                  <a:lnTo>
                    <a:pt x="5633" y="369"/>
                  </a:lnTo>
                  <a:cubicBezTo>
                    <a:pt x="5970" y="502"/>
                    <a:pt x="6298" y="564"/>
                    <a:pt x="6648" y="564"/>
                  </a:cubicBezTo>
                  <a:cubicBezTo>
                    <a:pt x="6706" y="564"/>
                    <a:pt x="6764" y="563"/>
                    <a:pt x="6823" y="559"/>
                  </a:cubicBezTo>
                  <a:cubicBezTo>
                    <a:pt x="6942" y="559"/>
                    <a:pt x="7061" y="535"/>
                    <a:pt x="7180" y="524"/>
                  </a:cubicBezTo>
                  <a:cubicBezTo>
                    <a:pt x="7276" y="488"/>
                    <a:pt x="7335" y="404"/>
                    <a:pt x="7323" y="309"/>
                  </a:cubicBezTo>
                  <a:cubicBezTo>
                    <a:pt x="7301" y="233"/>
                    <a:pt x="7230" y="177"/>
                    <a:pt x="7145" y="177"/>
                  </a:cubicBezTo>
                  <a:cubicBezTo>
                    <a:pt x="7137" y="177"/>
                    <a:pt x="7129" y="177"/>
                    <a:pt x="7121" y="178"/>
                  </a:cubicBezTo>
                  <a:cubicBezTo>
                    <a:pt x="7026" y="190"/>
                    <a:pt x="6918" y="214"/>
                    <a:pt x="6823" y="226"/>
                  </a:cubicBezTo>
                  <a:cubicBezTo>
                    <a:pt x="6774" y="229"/>
                    <a:pt x="6725" y="230"/>
                    <a:pt x="6676" y="230"/>
                  </a:cubicBezTo>
                  <a:cubicBezTo>
                    <a:pt x="6335" y="230"/>
                    <a:pt x="6003" y="157"/>
                    <a:pt x="5680" y="12"/>
                  </a:cubicBezTo>
                  <a:cubicBezTo>
                    <a:pt x="5658" y="4"/>
                    <a:pt x="5635" y="0"/>
                    <a:pt x="5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2889206" y="4345046"/>
              <a:ext cx="46411" cy="47488"/>
            </a:xfrm>
            <a:custGeom>
              <a:avLst/>
              <a:gdLst/>
              <a:ahLst/>
              <a:cxnLst/>
              <a:rect l="l" t="t" r="r" b="b"/>
              <a:pathLst>
                <a:path w="1465" h="1499" extrusionOk="0">
                  <a:moveTo>
                    <a:pt x="1250" y="0"/>
                  </a:moveTo>
                  <a:cubicBezTo>
                    <a:pt x="1222" y="0"/>
                    <a:pt x="1193" y="7"/>
                    <a:pt x="1167" y="22"/>
                  </a:cubicBezTo>
                  <a:cubicBezTo>
                    <a:pt x="679" y="320"/>
                    <a:pt x="298" y="748"/>
                    <a:pt x="48" y="1260"/>
                  </a:cubicBezTo>
                  <a:cubicBezTo>
                    <a:pt x="1" y="1344"/>
                    <a:pt x="48" y="1439"/>
                    <a:pt x="120" y="1475"/>
                  </a:cubicBezTo>
                  <a:cubicBezTo>
                    <a:pt x="155" y="1498"/>
                    <a:pt x="167" y="1498"/>
                    <a:pt x="191" y="1498"/>
                  </a:cubicBezTo>
                  <a:cubicBezTo>
                    <a:pt x="251" y="1498"/>
                    <a:pt x="310" y="1463"/>
                    <a:pt x="346" y="1403"/>
                  </a:cubicBezTo>
                  <a:cubicBezTo>
                    <a:pt x="548" y="963"/>
                    <a:pt x="905" y="570"/>
                    <a:pt x="1322" y="308"/>
                  </a:cubicBezTo>
                  <a:cubicBezTo>
                    <a:pt x="1429" y="260"/>
                    <a:pt x="1465" y="153"/>
                    <a:pt x="1405" y="82"/>
                  </a:cubicBezTo>
                  <a:cubicBezTo>
                    <a:pt x="1373" y="33"/>
                    <a:pt x="1312" y="0"/>
                    <a:pt x="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68" name="Google Shape;368;p34"/>
          <p:cNvSpPr/>
          <p:nvPr/>
        </p:nvSpPr>
        <p:spPr>
          <a:xfrm>
            <a:off x="7908139" y="1606378"/>
            <a:ext cx="350687" cy="375081"/>
          </a:xfrm>
          <a:custGeom>
            <a:avLst/>
            <a:gdLst/>
            <a:ahLst/>
            <a:cxnLst/>
            <a:rect l="l" t="t" r="r" b="b"/>
            <a:pathLst>
              <a:path w="10264" h="10978" extrusionOk="0">
                <a:moveTo>
                  <a:pt x="3096" y="310"/>
                </a:moveTo>
                <a:lnTo>
                  <a:pt x="3096" y="381"/>
                </a:lnTo>
                <a:lnTo>
                  <a:pt x="3096" y="3870"/>
                </a:lnTo>
                <a:cubicBezTo>
                  <a:pt x="3096" y="4787"/>
                  <a:pt x="3811" y="5549"/>
                  <a:pt x="4704" y="5644"/>
                </a:cubicBezTo>
                <a:lnTo>
                  <a:pt x="4704" y="6965"/>
                </a:lnTo>
                <a:lnTo>
                  <a:pt x="2656" y="6965"/>
                </a:lnTo>
                <a:lnTo>
                  <a:pt x="2656" y="310"/>
                </a:lnTo>
                <a:close/>
                <a:moveTo>
                  <a:pt x="7585" y="310"/>
                </a:moveTo>
                <a:lnTo>
                  <a:pt x="7585" y="6965"/>
                </a:lnTo>
                <a:lnTo>
                  <a:pt x="5549" y="6965"/>
                </a:lnTo>
                <a:lnTo>
                  <a:pt x="5549" y="5644"/>
                </a:lnTo>
                <a:cubicBezTo>
                  <a:pt x="6454" y="5549"/>
                  <a:pt x="7168" y="4787"/>
                  <a:pt x="7168" y="3870"/>
                </a:cubicBezTo>
                <a:lnTo>
                  <a:pt x="7168" y="381"/>
                </a:lnTo>
                <a:lnTo>
                  <a:pt x="7168" y="310"/>
                </a:lnTo>
                <a:close/>
                <a:moveTo>
                  <a:pt x="2370" y="310"/>
                </a:moveTo>
                <a:lnTo>
                  <a:pt x="2370" y="7132"/>
                </a:lnTo>
                <a:cubicBezTo>
                  <a:pt x="2370" y="7215"/>
                  <a:pt x="2453" y="7287"/>
                  <a:pt x="2537" y="7287"/>
                </a:cubicBezTo>
                <a:lnTo>
                  <a:pt x="4728" y="7287"/>
                </a:lnTo>
                <a:lnTo>
                  <a:pt x="4728" y="7823"/>
                </a:lnTo>
                <a:lnTo>
                  <a:pt x="334" y="7823"/>
                </a:lnTo>
                <a:lnTo>
                  <a:pt x="334" y="7287"/>
                </a:lnTo>
                <a:lnTo>
                  <a:pt x="1668" y="7287"/>
                </a:lnTo>
                <a:cubicBezTo>
                  <a:pt x="1751" y="7287"/>
                  <a:pt x="1822" y="7215"/>
                  <a:pt x="1822" y="7132"/>
                </a:cubicBezTo>
                <a:lnTo>
                  <a:pt x="1822" y="6692"/>
                </a:lnTo>
                <a:cubicBezTo>
                  <a:pt x="1822" y="6608"/>
                  <a:pt x="1751" y="6537"/>
                  <a:pt x="1668" y="6537"/>
                </a:cubicBezTo>
                <a:cubicBezTo>
                  <a:pt x="1572" y="6537"/>
                  <a:pt x="1501" y="6608"/>
                  <a:pt x="1501" y="6692"/>
                </a:cubicBezTo>
                <a:lnTo>
                  <a:pt x="1501" y="6965"/>
                </a:lnTo>
                <a:lnTo>
                  <a:pt x="322" y="6965"/>
                </a:lnTo>
                <a:lnTo>
                  <a:pt x="322" y="5501"/>
                </a:lnTo>
                <a:cubicBezTo>
                  <a:pt x="596" y="5477"/>
                  <a:pt x="846" y="5346"/>
                  <a:pt x="1049" y="5144"/>
                </a:cubicBezTo>
                <a:cubicBezTo>
                  <a:pt x="1287" y="4906"/>
                  <a:pt x="1430" y="4596"/>
                  <a:pt x="1430" y="4275"/>
                </a:cubicBezTo>
                <a:lnTo>
                  <a:pt x="1430" y="310"/>
                </a:lnTo>
                <a:lnTo>
                  <a:pt x="1513" y="310"/>
                </a:lnTo>
                <a:lnTo>
                  <a:pt x="1513" y="6061"/>
                </a:lnTo>
                <a:cubicBezTo>
                  <a:pt x="1513" y="6144"/>
                  <a:pt x="1584" y="6215"/>
                  <a:pt x="1680" y="6215"/>
                </a:cubicBezTo>
                <a:cubicBezTo>
                  <a:pt x="1763" y="6215"/>
                  <a:pt x="1846" y="6144"/>
                  <a:pt x="1846" y="6061"/>
                </a:cubicBezTo>
                <a:lnTo>
                  <a:pt x="1846" y="310"/>
                </a:lnTo>
                <a:close/>
                <a:moveTo>
                  <a:pt x="8430" y="310"/>
                </a:moveTo>
                <a:lnTo>
                  <a:pt x="8430" y="7132"/>
                </a:lnTo>
                <a:cubicBezTo>
                  <a:pt x="8430" y="7215"/>
                  <a:pt x="8502" y="7287"/>
                  <a:pt x="8597" y="7287"/>
                </a:cubicBezTo>
                <a:lnTo>
                  <a:pt x="9943" y="7287"/>
                </a:lnTo>
                <a:lnTo>
                  <a:pt x="9943" y="7823"/>
                </a:lnTo>
                <a:lnTo>
                  <a:pt x="5549" y="7823"/>
                </a:lnTo>
                <a:lnTo>
                  <a:pt x="5549" y="7287"/>
                </a:lnTo>
                <a:lnTo>
                  <a:pt x="7728" y="7287"/>
                </a:lnTo>
                <a:cubicBezTo>
                  <a:pt x="7823" y="7287"/>
                  <a:pt x="7895" y="7215"/>
                  <a:pt x="7895" y="7132"/>
                </a:cubicBezTo>
                <a:lnTo>
                  <a:pt x="7895" y="310"/>
                </a:lnTo>
                <a:close/>
                <a:moveTo>
                  <a:pt x="4716" y="8144"/>
                </a:moveTo>
                <a:lnTo>
                  <a:pt x="4716" y="8751"/>
                </a:lnTo>
                <a:lnTo>
                  <a:pt x="322" y="8751"/>
                </a:lnTo>
                <a:lnTo>
                  <a:pt x="322" y="8144"/>
                </a:lnTo>
                <a:close/>
                <a:moveTo>
                  <a:pt x="9943" y="8144"/>
                </a:moveTo>
                <a:lnTo>
                  <a:pt x="9943" y="8751"/>
                </a:lnTo>
                <a:lnTo>
                  <a:pt x="5549" y="8751"/>
                </a:lnTo>
                <a:lnTo>
                  <a:pt x="5549" y="8144"/>
                </a:lnTo>
                <a:close/>
                <a:moveTo>
                  <a:pt x="4716" y="9073"/>
                </a:moveTo>
                <a:lnTo>
                  <a:pt x="4716" y="9609"/>
                </a:lnTo>
                <a:lnTo>
                  <a:pt x="322" y="9609"/>
                </a:lnTo>
                <a:lnTo>
                  <a:pt x="322" y="9073"/>
                </a:lnTo>
                <a:close/>
                <a:moveTo>
                  <a:pt x="9943" y="9073"/>
                </a:moveTo>
                <a:lnTo>
                  <a:pt x="9943" y="9609"/>
                </a:lnTo>
                <a:lnTo>
                  <a:pt x="5549" y="9609"/>
                </a:lnTo>
                <a:lnTo>
                  <a:pt x="5549" y="9073"/>
                </a:lnTo>
                <a:close/>
                <a:moveTo>
                  <a:pt x="6823" y="619"/>
                </a:moveTo>
                <a:lnTo>
                  <a:pt x="6823" y="3834"/>
                </a:lnTo>
                <a:cubicBezTo>
                  <a:pt x="6847" y="4668"/>
                  <a:pt x="6192" y="5322"/>
                  <a:pt x="5394" y="5322"/>
                </a:cubicBezTo>
                <a:cubicBezTo>
                  <a:pt x="5311" y="5322"/>
                  <a:pt x="5240" y="5406"/>
                  <a:pt x="5240" y="5489"/>
                </a:cubicBezTo>
                <a:lnTo>
                  <a:pt x="5240" y="7132"/>
                </a:lnTo>
                <a:lnTo>
                  <a:pt x="5240" y="7977"/>
                </a:lnTo>
                <a:lnTo>
                  <a:pt x="5240" y="8918"/>
                </a:lnTo>
                <a:lnTo>
                  <a:pt x="5240" y="9763"/>
                </a:lnTo>
                <a:lnTo>
                  <a:pt x="5240" y="10644"/>
                </a:lnTo>
                <a:lnTo>
                  <a:pt x="5025" y="10644"/>
                </a:lnTo>
                <a:lnTo>
                  <a:pt x="5025" y="9752"/>
                </a:lnTo>
                <a:lnTo>
                  <a:pt x="5025" y="8894"/>
                </a:lnTo>
                <a:lnTo>
                  <a:pt x="5025" y="7966"/>
                </a:lnTo>
                <a:lnTo>
                  <a:pt x="5025" y="7108"/>
                </a:lnTo>
                <a:lnTo>
                  <a:pt x="5025" y="5465"/>
                </a:lnTo>
                <a:cubicBezTo>
                  <a:pt x="5025" y="5370"/>
                  <a:pt x="4954" y="5299"/>
                  <a:pt x="4859" y="5299"/>
                </a:cubicBezTo>
                <a:cubicBezTo>
                  <a:pt x="4061" y="5299"/>
                  <a:pt x="3406" y="4644"/>
                  <a:pt x="3406" y="3834"/>
                </a:cubicBezTo>
                <a:lnTo>
                  <a:pt x="3406" y="619"/>
                </a:lnTo>
                <a:cubicBezTo>
                  <a:pt x="3942" y="869"/>
                  <a:pt x="4525" y="1012"/>
                  <a:pt x="5120" y="1012"/>
                </a:cubicBezTo>
                <a:cubicBezTo>
                  <a:pt x="5716" y="1012"/>
                  <a:pt x="6287" y="881"/>
                  <a:pt x="6823" y="619"/>
                </a:cubicBezTo>
                <a:close/>
                <a:moveTo>
                  <a:pt x="4716" y="9930"/>
                </a:moveTo>
                <a:lnTo>
                  <a:pt x="4716" y="10656"/>
                </a:lnTo>
                <a:lnTo>
                  <a:pt x="322" y="10656"/>
                </a:lnTo>
                <a:lnTo>
                  <a:pt x="322" y="9930"/>
                </a:lnTo>
                <a:close/>
                <a:moveTo>
                  <a:pt x="1251" y="0"/>
                </a:moveTo>
                <a:cubicBezTo>
                  <a:pt x="1156" y="0"/>
                  <a:pt x="1084" y="72"/>
                  <a:pt x="1084" y="155"/>
                </a:cubicBezTo>
                <a:lnTo>
                  <a:pt x="1084" y="4287"/>
                </a:lnTo>
                <a:cubicBezTo>
                  <a:pt x="1084" y="4537"/>
                  <a:pt x="989" y="4763"/>
                  <a:pt x="810" y="4941"/>
                </a:cubicBezTo>
                <a:cubicBezTo>
                  <a:pt x="632" y="5120"/>
                  <a:pt x="418" y="5203"/>
                  <a:pt x="156" y="5203"/>
                </a:cubicBezTo>
                <a:cubicBezTo>
                  <a:pt x="72" y="5203"/>
                  <a:pt x="1" y="5275"/>
                  <a:pt x="1" y="5370"/>
                </a:cubicBezTo>
                <a:lnTo>
                  <a:pt x="1" y="7144"/>
                </a:lnTo>
                <a:lnTo>
                  <a:pt x="1" y="7989"/>
                </a:lnTo>
                <a:lnTo>
                  <a:pt x="1" y="8930"/>
                </a:lnTo>
                <a:lnTo>
                  <a:pt x="1" y="9775"/>
                </a:lnTo>
                <a:lnTo>
                  <a:pt x="1" y="10811"/>
                </a:lnTo>
                <a:cubicBezTo>
                  <a:pt x="1" y="10906"/>
                  <a:pt x="72" y="10978"/>
                  <a:pt x="156" y="10978"/>
                </a:cubicBezTo>
                <a:lnTo>
                  <a:pt x="8180" y="10978"/>
                </a:lnTo>
                <a:cubicBezTo>
                  <a:pt x="8276" y="10978"/>
                  <a:pt x="8347" y="10906"/>
                  <a:pt x="8347" y="10811"/>
                </a:cubicBezTo>
                <a:cubicBezTo>
                  <a:pt x="8347" y="10728"/>
                  <a:pt x="8276" y="10656"/>
                  <a:pt x="8180" y="10656"/>
                </a:cubicBezTo>
                <a:lnTo>
                  <a:pt x="5549" y="10656"/>
                </a:lnTo>
                <a:lnTo>
                  <a:pt x="5549" y="9918"/>
                </a:lnTo>
                <a:lnTo>
                  <a:pt x="9943" y="9918"/>
                </a:lnTo>
                <a:lnTo>
                  <a:pt x="9943" y="10656"/>
                </a:lnTo>
                <a:lnTo>
                  <a:pt x="8811" y="10656"/>
                </a:lnTo>
                <a:cubicBezTo>
                  <a:pt x="8716" y="10656"/>
                  <a:pt x="8645" y="10728"/>
                  <a:pt x="8645" y="10811"/>
                </a:cubicBezTo>
                <a:cubicBezTo>
                  <a:pt x="8645" y="10906"/>
                  <a:pt x="8716" y="10978"/>
                  <a:pt x="8811" y="10978"/>
                </a:cubicBezTo>
                <a:lnTo>
                  <a:pt x="10085" y="10978"/>
                </a:lnTo>
                <a:cubicBezTo>
                  <a:pt x="10181" y="10978"/>
                  <a:pt x="10252" y="10906"/>
                  <a:pt x="10252" y="10811"/>
                </a:cubicBezTo>
                <a:lnTo>
                  <a:pt x="10252" y="6644"/>
                </a:lnTo>
                <a:cubicBezTo>
                  <a:pt x="10252" y="6561"/>
                  <a:pt x="10181" y="6489"/>
                  <a:pt x="10085" y="6489"/>
                </a:cubicBezTo>
                <a:cubicBezTo>
                  <a:pt x="10002" y="6489"/>
                  <a:pt x="9919" y="6561"/>
                  <a:pt x="9919" y="6644"/>
                </a:cubicBezTo>
                <a:lnTo>
                  <a:pt x="9919" y="6977"/>
                </a:lnTo>
                <a:lnTo>
                  <a:pt x="8752" y="6977"/>
                </a:lnTo>
                <a:lnTo>
                  <a:pt x="8752" y="322"/>
                </a:lnTo>
                <a:lnTo>
                  <a:pt x="8835" y="322"/>
                </a:lnTo>
                <a:lnTo>
                  <a:pt x="8835" y="4287"/>
                </a:lnTo>
                <a:cubicBezTo>
                  <a:pt x="8835" y="4608"/>
                  <a:pt x="8966" y="4941"/>
                  <a:pt x="9204" y="5156"/>
                </a:cubicBezTo>
                <a:cubicBezTo>
                  <a:pt x="9407" y="5358"/>
                  <a:pt x="9657" y="5489"/>
                  <a:pt x="9943" y="5513"/>
                </a:cubicBezTo>
                <a:lnTo>
                  <a:pt x="9943" y="6013"/>
                </a:lnTo>
                <a:cubicBezTo>
                  <a:pt x="9943" y="6096"/>
                  <a:pt x="10014" y="6180"/>
                  <a:pt x="10097" y="6180"/>
                </a:cubicBezTo>
                <a:cubicBezTo>
                  <a:pt x="10193" y="6180"/>
                  <a:pt x="10264" y="6096"/>
                  <a:pt x="10264" y="6013"/>
                </a:cubicBezTo>
                <a:lnTo>
                  <a:pt x="10264" y="5370"/>
                </a:lnTo>
                <a:cubicBezTo>
                  <a:pt x="10264" y="5275"/>
                  <a:pt x="10193" y="5203"/>
                  <a:pt x="10097" y="5203"/>
                </a:cubicBezTo>
                <a:cubicBezTo>
                  <a:pt x="9847" y="5203"/>
                  <a:pt x="9621" y="5120"/>
                  <a:pt x="9442" y="4941"/>
                </a:cubicBezTo>
                <a:cubicBezTo>
                  <a:pt x="9264" y="4763"/>
                  <a:pt x="9181" y="4537"/>
                  <a:pt x="9181" y="4287"/>
                </a:cubicBezTo>
                <a:lnTo>
                  <a:pt x="9181" y="155"/>
                </a:lnTo>
                <a:cubicBezTo>
                  <a:pt x="9181" y="72"/>
                  <a:pt x="9109" y="0"/>
                  <a:pt x="9014" y="0"/>
                </a:cubicBezTo>
                <a:lnTo>
                  <a:pt x="7002" y="0"/>
                </a:lnTo>
                <a:cubicBezTo>
                  <a:pt x="6918" y="0"/>
                  <a:pt x="6847" y="72"/>
                  <a:pt x="6847" y="155"/>
                </a:cubicBezTo>
                <a:lnTo>
                  <a:pt x="6847" y="310"/>
                </a:lnTo>
                <a:cubicBezTo>
                  <a:pt x="6323" y="596"/>
                  <a:pt x="5728" y="738"/>
                  <a:pt x="5132" y="738"/>
                </a:cubicBezTo>
                <a:cubicBezTo>
                  <a:pt x="4537" y="738"/>
                  <a:pt x="3942" y="596"/>
                  <a:pt x="3418" y="310"/>
                </a:cubicBezTo>
                <a:lnTo>
                  <a:pt x="3418" y="155"/>
                </a:lnTo>
                <a:cubicBezTo>
                  <a:pt x="3418" y="72"/>
                  <a:pt x="3346" y="0"/>
                  <a:pt x="325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369" name="Google Shape;369;p34"/>
          <p:cNvGrpSpPr/>
          <p:nvPr/>
        </p:nvGrpSpPr>
        <p:grpSpPr>
          <a:xfrm>
            <a:off x="7777224" y="5036053"/>
            <a:ext cx="400060" cy="399649"/>
            <a:chOff x="2497275" y="2744159"/>
            <a:chExt cx="370930" cy="370549"/>
          </a:xfrm>
        </p:grpSpPr>
        <p:sp>
          <p:nvSpPr>
            <p:cNvPr id="370" name="Google Shape;370;p34"/>
            <p:cNvSpPr/>
            <p:nvPr/>
          </p:nvSpPr>
          <p:spPr>
            <a:xfrm>
              <a:off x="2497275" y="2744159"/>
              <a:ext cx="284366" cy="284747"/>
            </a:xfrm>
            <a:custGeom>
              <a:avLst/>
              <a:gdLst/>
              <a:ahLst/>
              <a:cxnLst/>
              <a:rect l="l" t="t" r="r" b="b"/>
              <a:pathLst>
                <a:path w="8955" h="8967" extrusionOk="0">
                  <a:moveTo>
                    <a:pt x="4204" y="1"/>
                  </a:moveTo>
                  <a:cubicBezTo>
                    <a:pt x="3942" y="1"/>
                    <a:pt x="3704" y="203"/>
                    <a:pt x="3644" y="465"/>
                  </a:cubicBezTo>
                  <a:lnTo>
                    <a:pt x="3466" y="1334"/>
                  </a:lnTo>
                  <a:cubicBezTo>
                    <a:pt x="3287" y="1394"/>
                    <a:pt x="3108" y="1465"/>
                    <a:pt x="2942" y="1537"/>
                  </a:cubicBezTo>
                  <a:lnTo>
                    <a:pt x="2215" y="1048"/>
                  </a:lnTo>
                  <a:cubicBezTo>
                    <a:pt x="2120" y="983"/>
                    <a:pt x="2009" y="952"/>
                    <a:pt x="1899" y="952"/>
                  </a:cubicBezTo>
                  <a:cubicBezTo>
                    <a:pt x="1749" y="952"/>
                    <a:pt x="1599" y="1010"/>
                    <a:pt x="1489" y="1120"/>
                  </a:cubicBezTo>
                  <a:lnTo>
                    <a:pt x="1108" y="1489"/>
                  </a:lnTo>
                  <a:cubicBezTo>
                    <a:pt x="918" y="1691"/>
                    <a:pt x="894" y="1989"/>
                    <a:pt x="1037" y="2227"/>
                  </a:cubicBezTo>
                  <a:lnTo>
                    <a:pt x="1525" y="2953"/>
                  </a:lnTo>
                  <a:cubicBezTo>
                    <a:pt x="1441" y="3120"/>
                    <a:pt x="1370" y="3287"/>
                    <a:pt x="1322" y="3465"/>
                  </a:cubicBezTo>
                  <a:lnTo>
                    <a:pt x="453" y="3644"/>
                  </a:lnTo>
                  <a:cubicBezTo>
                    <a:pt x="191" y="3703"/>
                    <a:pt x="1" y="3930"/>
                    <a:pt x="1" y="4215"/>
                  </a:cubicBezTo>
                  <a:lnTo>
                    <a:pt x="1" y="4751"/>
                  </a:lnTo>
                  <a:cubicBezTo>
                    <a:pt x="1" y="5025"/>
                    <a:pt x="191" y="5251"/>
                    <a:pt x="453" y="5323"/>
                  </a:cubicBezTo>
                  <a:lnTo>
                    <a:pt x="1322" y="5501"/>
                  </a:lnTo>
                  <a:cubicBezTo>
                    <a:pt x="1382" y="5668"/>
                    <a:pt x="1453" y="5847"/>
                    <a:pt x="1525" y="6013"/>
                  </a:cubicBezTo>
                  <a:lnTo>
                    <a:pt x="1037" y="6740"/>
                  </a:lnTo>
                  <a:cubicBezTo>
                    <a:pt x="894" y="6966"/>
                    <a:pt x="918" y="7287"/>
                    <a:pt x="1108" y="7478"/>
                  </a:cubicBezTo>
                  <a:lnTo>
                    <a:pt x="1489" y="7847"/>
                  </a:lnTo>
                  <a:cubicBezTo>
                    <a:pt x="1599" y="7957"/>
                    <a:pt x="1745" y="8015"/>
                    <a:pt x="1894" y="8015"/>
                  </a:cubicBezTo>
                  <a:cubicBezTo>
                    <a:pt x="2003" y="8015"/>
                    <a:pt x="2115" y="7984"/>
                    <a:pt x="2215" y="7918"/>
                  </a:cubicBezTo>
                  <a:lnTo>
                    <a:pt x="2942" y="7430"/>
                  </a:lnTo>
                  <a:cubicBezTo>
                    <a:pt x="3108" y="7513"/>
                    <a:pt x="3287" y="7597"/>
                    <a:pt x="3466" y="7633"/>
                  </a:cubicBezTo>
                  <a:lnTo>
                    <a:pt x="3644" y="8502"/>
                  </a:lnTo>
                  <a:cubicBezTo>
                    <a:pt x="3704" y="8764"/>
                    <a:pt x="3930" y="8966"/>
                    <a:pt x="4204" y="8966"/>
                  </a:cubicBezTo>
                  <a:lnTo>
                    <a:pt x="4740" y="8966"/>
                  </a:lnTo>
                  <a:cubicBezTo>
                    <a:pt x="5013" y="8966"/>
                    <a:pt x="5251" y="8764"/>
                    <a:pt x="5311" y="8502"/>
                  </a:cubicBezTo>
                  <a:lnTo>
                    <a:pt x="5490" y="7633"/>
                  </a:lnTo>
                  <a:cubicBezTo>
                    <a:pt x="5621" y="7597"/>
                    <a:pt x="5775" y="7537"/>
                    <a:pt x="5906" y="7478"/>
                  </a:cubicBezTo>
                  <a:cubicBezTo>
                    <a:pt x="6002" y="7442"/>
                    <a:pt x="6037" y="7323"/>
                    <a:pt x="6002" y="7240"/>
                  </a:cubicBezTo>
                  <a:cubicBezTo>
                    <a:pt x="5966" y="7169"/>
                    <a:pt x="5898" y="7131"/>
                    <a:pt x="5831" y="7131"/>
                  </a:cubicBezTo>
                  <a:cubicBezTo>
                    <a:pt x="5808" y="7131"/>
                    <a:pt x="5785" y="7135"/>
                    <a:pt x="5763" y="7144"/>
                  </a:cubicBezTo>
                  <a:cubicBezTo>
                    <a:pt x="5609" y="7228"/>
                    <a:pt x="5466" y="7287"/>
                    <a:pt x="5299" y="7323"/>
                  </a:cubicBezTo>
                  <a:cubicBezTo>
                    <a:pt x="5240" y="7347"/>
                    <a:pt x="5180" y="7406"/>
                    <a:pt x="5168" y="7454"/>
                  </a:cubicBezTo>
                  <a:lnTo>
                    <a:pt x="4966" y="8430"/>
                  </a:lnTo>
                  <a:cubicBezTo>
                    <a:pt x="4954" y="8514"/>
                    <a:pt x="4870" y="8597"/>
                    <a:pt x="4763" y="8597"/>
                  </a:cubicBezTo>
                  <a:lnTo>
                    <a:pt x="4228" y="8597"/>
                  </a:lnTo>
                  <a:cubicBezTo>
                    <a:pt x="4120" y="8597"/>
                    <a:pt x="4049" y="8514"/>
                    <a:pt x="4013" y="8430"/>
                  </a:cubicBezTo>
                  <a:lnTo>
                    <a:pt x="3823" y="7454"/>
                  </a:lnTo>
                  <a:cubicBezTo>
                    <a:pt x="3811" y="7383"/>
                    <a:pt x="3763" y="7335"/>
                    <a:pt x="3692" y="7323"/>
                  </a:cubicBezTo>
                  <a:cubicBezTo>
                    <a:pt x="3466" y="7263"/>
                    <a:pt x="3239" y="7180"/>
                    <a:pt x="3049" y="7061"/>
                  </a:cubicBezTo>
                  <a:cubicBezTo>
                    <a:pt x="3019" y="7043"/>
                    <a:pt x="2986" y="7034"/>
                    <a:pt x="2954" y="7034"/>
                  </a:cubicBezTo>
                  <a:cubicBezTo>
                    <a:pt x="2921" y="7034"/>
                    <a:pt x="2888" y="7043"/>
                    <a:pt x="2858" y="7061"/>
                  </a:cubicBezTo>
                  <a:lnTo>
                    <a:pt x="2037" y="7609"/>
                  </a:lnTo>
                  <a:cubicBezTo>
                    <a:pt x="2006" y="7634"/>
                    <a:pt x="1966" y="7647"/>
                    <a:pt x="1926" y="7647"/>
                  </a:cubicBezTo>
                  <a:cubicBezTo>
                    <a:pt x="1874" y="7647"/>
                    <a:pt x="1821" y="7625"/>
                    <a:pt x="1787" y="7585"/>
                  </a:cubicBezTo>
                  <a:lnTo>
                    <a:pt x="1418" y="7204"/>
                  </a:lnTo>
                  <a:cubicBezTo>
                    <a:pt x="1334" y="7132"/>
                    <a:pt x="1334" y="7025"/>
                    <a:pt x="1382" y="6954"/>
                  </a:cubicBezTo>
                  <a:lnTo>
                    <a:pt x="1930" y="6132"/>
                  </a:lnTo>
                  <a:cubicBezTo>
                    <a:pt x="1977" y="6073"/>
                    <a:pt x="1977" y="6001"/>
                    <a:pt x="1930" y="5942"/>
                  </a:cubicBezTo>
                  <a:cubicBezTo>
                    <a:pt x="1811" y="5739"/>
                    <a:pt x="1727" y="5525"/>
                    <a:pt x="1668" y="5299"/>
                  </a:cubicBezTo>
                  <a:cubicBezTo>
                    <a:pt x="1656" y="5239"/>
                    <a:pt x="1596" y="5180"/>
                    <a:pt x="1537" y="5168"/>
                  </a:cubicBezTo>
                  <a:lnTo>
                    <a:pt x="560" y="4977"/>
                  </a:lnTo>
                  <a:cubicBezTo>
                    <a:pt x="477" y="4954"/>
                    <a:pt x="406" y="4870"/>
                    <a:pt x="406" y="4763"/>
                  </a:cubicBezTo>
                  <a:lnTo>
                    <a:pt x="406" y="4227"/>
                  </a:lnTo>
                  <a:cubicBezTo>
                    <a:pt x="406" y="4132"/>
                    <a:pt x="477" y="4049"/>
                    <a:pt x="560" y="4025"/>
                  </a:cubicBezTo>
                  <a:lnTo>
                    <a:pt x="1537" y="3834"/>
                  </a:lnTo>
                  <a:cubicBezTo>
                    <a:pt x="1608" y="3811"/>
                    <a:pt x="1656" y="3775"/>
                    <a:pt x="1668" y="3692"/>
                  </a:cubicBezTo>
                  <a:cubicBezTo>
                    <a:pt x="1727" y="3477"/>
                    <a:pt x="1811" y="3251"/>
                    <a:pt x="1930" y="3061"/>
                  </a:cubicBezTo>
                  <a:cubicBezTo>
                    <a:pt x="1965" y="3001"/>
                    <a:pt x="1965" y="2918"/>
                    <a:pt x="1930" y="2858"/>
                  </a:cubicBezTo>
                  <a:lnTo>
                    <a:pt x="1382" y="2049"/>
                  </a:lnTo>
                  <a:cubicBezTo>
                    <a:pt x="1322" y="1965"/>
                    <a:pt x="1334" y="1846"/>
                    <a:pt x="1418" y="1787"/>
                  </a:cubicBezTo>
                  <a:lnTo>
                    <a:pt x="1787" y="1417"/>
                  </a:lnTo>
                  <a:cubicBezTo>
                    <a:pt x="1826" y="1378"/>
                    <a:pt x="1876" y="1360"/>
                    <a:pt x="1925" y="1360"/>
                  </a:cubicBezTo>
                  <a:cubicBezTo>
                    <a:pt x="1965" y="1360"/>
                    <a:pt x="2005" y="1372"/>
                    <a:pt x="2037" y="1394"/>
                  </a:cubicBezTo>
                  <a:lnTo>
                    <a:pt x="2858" y="1941"/>
                  </a:lnTo>
                  <a:cubicBezTo>
                    <a:pt x="2888" y="1965"/>
                    <a:pt x="2921" y="1977"/>
                    <a:pt x="2954" y="1977"/>
                  </a:cubicBezTo>
                  <a:cubicBezTo>
                    <a:pt x="2986" y="1977"/>
                    <a:pt x="3019" y="1965"/>
                    <a:pt x="3049" y="1941"/>
                  </a:cubicBezTo>
                  <a:cubicBezTo>
                    <a:pt x="3263" y="1822"/>
                    <a:pt x="3466" y="1727"/>
                    <a:pt x="3692" y="1668"/>
                  </a:cubicBezTo>
                  <a:cubicBezTo>
                    <a:pt x="3751" y="1656"/>
                    <a:pt x="3811" y="1596"/>
                    <a:pt x="3823" y="1537"/>
                  </a:cubicBezTo>
                  <a:lnTo>
                    <a:pt x="4013" y="572"/>
                  </a:lnTo>
                  <a:cubicBezTo>
                    <a:pt x="4037" y="477"/>
                    <a:pt x="4120" y="405"/>
                    <a:pt x="4228" y="405"/>
                  </a:cubicBezTo>
                  <a:lnTo>
                    <a:pt x="4763" y="405"/>
                  </a:lnTo>
                  <a:cubicBezTo>
                    <a:pt x="4870" y="405"/>
                    <a:pt x="4942" y="477"/>
                    <a:pt x="4966" y="572"/>
                  </a:cubicBezTo>
                  <a:lnTo>
                    <a:pt x="5168" y="1537"/>
                  </a:lnTo>
                  <a:cubicBezTo>
                    <a:pt x="5180" y="1608"/>
                    <a:pt x="5216" y="1656"/>
                    <a:pt x="5299" y="1668"/>
                  </a:cubicBezTo>
                  <a:cubicBezTo>
                    <a:pt x="5513" y="1727"/>
                    <a:pt x="5740" y="1822"/>
                    <a:pt x="5930" y="1941"/>
                  </a:cubicBezTo>
                  <a:cubicBezTo>
                    <a:pt x="5960" y="1953"/>
                    <a:pt x="5996" y="1959"/>
                    <a:pt x="6031" y="1959"/>
                  </a:cubicBezTo>
                  <a:cubicBezTo>
                    <a:pt x="6067" y="1959"/>
                    <a:pt x="6103" y="1953"/>
                    <a:pt x="6133" y="1941"/>
                  </a:cubicBezTo>
                  <a:lnTo>
                    <a:pt x="6942" y="1394"/>
                  </a:lnTo>
                  <a:cubicBezTo>
                    <a:pt x="6978" y="1368"/>
                    <a:pt x="7021" y="1356"/>
                    <a:pt x="7063" y="1356"/>
                  </a:cubicBezTo>
                  <a:cubicBezTo>
                    <a:pt x="7117" y="1356"/>
                    <a:pt x="7170" y="1377"/>
                    <a:pt x="7204" y="1417"/>
                  </a:cubicBezTo>
                  <a:lnTo>
                    <a:pt x="7573" y="1787"/>
                  </a:lnTo>
                  <a:cubicBezTo>
                    <a:pt x="7645" y="1870"/>
                    <a:pt x="7645" y="1965"/>
                    <a:pt x="7597" y="2049"/>
                  </a:cubicBezTo>
                  <a:lnTo>
                    <a:pt x="7049" y="2858"/>
                  </a:lnTo>
                  <a:cubicBezTo>
                    <a:pt x="7002" y="2918"/>
                    <a:pt x="7002" y="2989"/>
                    <a:pt x="7049" y="3061"/>
                  </a:cubicBezTo>
                  <a:cubicBezTo>
                    <a:pt x="7168" y="3263"/>
                    <a:pt x="7264" y="3477"/>
                    <a:pt x="7323" y="3692"/>
                  </a:cubicBezTo>
                  <a:cubicBezTo>
                    <a:pt x="7335" y="3751"/>
                    <a:pt x="7395" y="3811"/>
                    <a:pt x="7454" y="3834"/>
                  </a:cubicBezTo>
                  <a:lnTo>
                    <a:pt x="8419" y="4025"/>
                  </a:lnTo>
                  <a:cubicBezTo>
                    <a:pt x="8514" y="4037"/>
                    <a:pt x="8585" y="4132"/>
                    <a:pt x="8585" y="4227"/>
                  </a:cubicBezTo>
                  <a:lnTo>
                    <a:pt x="8585" y="4763"/>
                  </a:lnTo>
                  <a:cubicBezTo>
                    <a:pt x="8585" y="4870"/>
                    <a:pt x="8514" y="4942"/>
                    <a:pt x="8419" y="4977"/>
                  </a:cubicBezTo>
                  <a:lnTo>
                    <a:pt x="7454" y="5168"/>
                  </a:lnTo>
                  <a:cubicBezTo>
                    <a:pt x="7383" y="5180"/>
                    <a:pt x="7335" y="5227"/>
                    <a:pt x="7323" y="5299"/>
                  </a:cubicBezTo>
                  <a:cubicBezTo>
                    <a:pt x="7276" y="5466"/>
                    <a:pt x="7216" y="5632"/>
                    <a:pt x="7145" y="5775"/>
                  </a:cubicBezTo>
                  <a:cubicBezTo>
                    <a:pt x="7097" y="5870"/>
                    <a:pt x="7145" y="5966"/>
                    <a:pt x="7228" y="6013"/>
                  </a:cubicBezTo>
                  <a:cubicBezTo>
                    <a:pt x="7254" y="6026"/>
                    <a:pt x="7280" y="6032"/>
                    <a:pt x="7305" y="6032"/>
                  </a:cubicBezTo>
                  <a:cubicBezTo>
                    <a:pt x="7372" y="6032"/>
                    <a:pt x="7431" y="5991"/>
                    <a:pt x="7466" y="5930"/>
                  </a:cubicBezTo>
                  <a:cubicBezTo>
                    <a:pt x="7526" y="5799"/>
                    <a:pt x="7585" y="5644"/>
                    <a:pt x="7633" y="5501"/>
                  </a:cubicBezTo>
                  <a:lnTo>
                    <a:pt x="8490" y="5323"/>
                  </a:lnTo>
                  <a:cubicBezTo>
                    <a:pt x="8764" y="5263"/>
                    <a:pt x="8954" y="5037"/>
                    <a:pt x="8954" y="4751"/>
                  </a:cubicBezTo>
                  <a:lnTo>
                    <a:pt x="8954" y="4215"/>
                  </a:lnTo>
                  <a:cubicBezTo>
                    <a:pt x="8954" y="3942"/>
                    <a:pt x="8764" y="3715"/>
                    <a:pt x="8490" y="3644"/>
                  </a:cubicBezTo>
                  <a:lnTo>
                    <a:pt x="7633" y="3465"/>
                  </a:lnTo>
                  <a:cubicBezTo>
                    <a:pt x="7573" y="3287"/>
                    <a:pt x="7502" y="3120"/>
                    <a:pt x="7418" y="2953"/>
                  </a:cubicBezTo>
                  <a:lnTo>
                    <a:pt x="7918" y="2227"/>
                  </a:lnTo>
                  <a:cubicBezTo>
                    <a:pt x="8061" y="2001"/>
                    <a:pt x="8038" y="1679"/>
                    <a:pt x="7835" y="1489"/>
                  </a:cubicBezTo>
                  <a:lnTo>
                    <a:pt x="7466" y="1120"/>
                  </a:lnTo>
                  <a:cubicBezTo>
                    <a:pt x="7356" y="1010"/>
                    <a:pt x="7211" y="952"/>
                    <a:pt x="7061" y="952"/>
                  </a:cubicBezTo>
                  <a:cubicBezTo>
                    <a:pt x="6952" y="952"/>
                    <a:pt x="6840" y="983"/>
                    <a:pt x="6740" y="1048"/>
                  </a:cubicBezTo>
                  <a:lnTo>
                    <a:pt x="6013" y="1537"/>
                  </a:lnTo>
                  <a:cubicBezTo>
                    <a:pt x="5847" y="1453"/>
                    <a:pt x="5668" y="1370"/>
                    <a:pt x="5490" y="1334"/>
                  </a:cubicBezTo>
                  <a:lnTo>
                    <a:pt x="5311" y="465"/>
                  </a:lnTo>
                  <a:cubicBezTo>
                    <a:pt x="5251" y="203"/>
                    <a:pt x="5025" y="1"/>
                    <a:pt x="47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2592191" y="2821673"/>
              <a:ext cx="113461" cy="98345"/>
            </a:xfrm>
            <a:custGeom>
              <a:avLst/>
              <a:gdLst/>
              <a:ahLst/>
              <a:cxnLst/>
              <a:rect l="l" t="t" r="r" b="b"/>
              <a:pathLst>
                <a:path w="3573" h="3097" extrusionOk="0">
                  <a:moveTo>
                    <a:pt x="1524" y="0"/>
                  </a:moveTo>
                  <a:cubicBezTo>
                    <a:pt x="989" y="0"/>
                    <a:pt x="465" y="215"/>
                    <a:pt x="72" y="584"/>
                  </a:cubicBezTo>
                  <a:cubicBezTo>
                    <a:pt x="0" y="655"/>
                    <a:pt x="0" y="774"/>
                    <a:pt x="72" y="834"/>
                  </a:cubicBezTo>
                  <a:cubicBezTo>
                    <a:pt x="113" y="876"/>
                    <a:pt x="164" y="896"/>
                    <a:pt x="212" y="896"/>
                  </a:cubicBezTo>
                  <a:cubicBezTo>
                    <a:pt x="259" y="896"/>
                    <a:pt x="304" y="876"/>
                    <a:pt x="334" y="834"/>
                  </a:cubicBezTo>
                  <a:cubicBezTo>
                    <a:pt x="643" y="524"/>
                    <a:pt x="1072" y="358"/>
                    <a:pt x="1500" y="358"/>
                  </a:cubicBezTo>
                  <a:cubicBezTo>
                    <a:pt x="2441" y="358"/>
                    <a:pt x="3203" y="1120"/>
                    <a:pt x="3203" y="2060"/>
                  </a:cubicBezTo>
                  <a:cubicBezTo>
                    <a:pt x="3203" y="2322"/>
                    <a:pt x="3144" y="2596"/>
                    <a:pt x="3024" y="2834"/>
                  </a:cubicBezTo>
                  <a:cubicBezTo>
                    <a:pt x="2965" y="2941"/>
                    <a:pt x="3013" y="3037"/>
                    <a:pt x="3096" y="3084"/>
                  </a:cubicBezTo>
                  <a:cubicBezTo>
                    <a:pt x="3132" y="3096"/>
                    <a:pt x="3155" y="3096"/>
                    <a:pt x="3191" y="3096"/>
                  </a:cubicBezTo>
                  <a:cubicBezTo>
                    <a:pt x="3251" y="3096"/>
                    <a:pt x="3322" y="3072"/>
                    <a:pt x="3346" y="3001"/>
                  </a:cubicBezTo>
                  <a:cubicBezTo>
                    <a:pt x="3501" y="2715"/>
                    <a:pt x="3572" y="2382"/>
                    <a:pt x="3572" y="2060"/>
                  </a:cubicBezTo>
                  <a:cubicBezTo>
                    <a:pt x="3572" y="929"/>
                    <a:pt x="2655" y="0"/>
                    <a:pt x="1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2574408" y="2862129"/>
              <a:ext cx="106665" cy="90756"/>
            </a:xfrm>
            <a:custGeom>
              <a:avLst/>
              <a:gdLst/>
              <a:ahLst/>
              <a:cxnLst/>
              <a:rect l="l" t="t" r="r" b="b"/>
              <a:pathLst>
                <a:path w="3359" h="2858" extrusionOk="0">
                  <a:moveTo>
                    <a:pt x="294" y="1"/>
                  </a:moveTo>
                  <a:cubicBezTo>
                    <a:pt x="218" y="1"/>
                    <a:pt x="145" y="48"/>
                    <a:pt x="108" y="131"/>
                  </a:cubicBezTo>
                  <a:cubicBezTo>
                    <a:pt x="36" y="334"/>
                    <a:pt x="1" y="572"/>
                    <a:pt x="1" y="798"/>
                  </a:cubicBezTo>
                  <a:cubicBezTo>
                    <a:pt x="1" y="1929"/>
                    <a:pt x="917" y="2858"/>
                    <a:pt x="2049" y="2858"/>
                  </a:cubicBezTo>
                  <a:cubicBezTo>
                    <a:pt x="2477" y="2858"/>
                    <a:pt x="2894" y="2715"/>
                    <a:pt x="3251" y="2465"/>
                  </a:cubicBezTo>
                  <a:cubicBezTo>
                    <a:pt x="3346" y="2405"/>
                    <a:pt x="3358" y="2286"/>
                    <a:pt x="3299" y="2215"/>
                  </a:cubicBezTo>
                  <a:cubicBezTo>
                    <a:pt x="3263" y="2158"/>
                    <a:pt x="3206" y="2131"/>
                    <a:pt x="3151" y="2131"/>
                  </a:cubicBezTo>
                  <a:cubicBezTo>
                    <a:pt x="3114" y="2131"/>
                    <a:pt x="3077" y="2143"/>
                    <a:pt x="3049" y="2167"/>
                  </a:cubicBezTo>
                  <a:cubicBezTo>
                    <a:pt x="2763" y="2382"/>
                    <a:pt x="2406" y="2501"/>
                    <a:pt x="2049" y="2501"/>
                  </a:cubicBezTo>
                  <a:cubicBezTo>
                    <a:pt x="1108" y="2501"/>
                    <a:pt x="346" y="1739"/>
                    <a:pt x="346" y="798"/>
                  </a:cubicBezTo>
                  <a:cubicBezTo>
                    <a:pt x="346" y="608"/>
                    <a:pt x="382" y="429"/>
                    <a:pt x="441" y="250"/>
                  </a:cubicBezTo>
                  <a:cubicBezTo>
                    <a:pt x="501" y="143"/>
                    <a:pt x="441" y="36"/>
                    <a:pt x="358" y="12"/>
                  </a:cubicBezTo>
                  <a:cubicBezTo>
                    <a:pt x="337" y="4"/>
                    <a:pt x="315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2676881" y="2923385"/>
              <a:ext cx="191324" cy="191324"/>
            </a:xfrm>
            <a:custGeom>
              <a:avLst/>
              <a:gdLst/>
              <a:ahLst/>
              <a:cxnLst/>
              <a:rect l="l" t="t" r="r" b="b"/>
              <a:pathLst>
                <a:path w="6025" h="6025" extrusionOk="0">
                  <a:moveTo>
                    <a:pt x="2810" y="0"/>
                  </a:moveTo>
                  <a:cubicBezTo>
                    <a:pt x="2608" y="0"/>
                    <a:pt x="2429" y="155"/>
                    <a:pt x="2382" y="357"/>
                  </a:cubicBezTo>
                  <a:lnTo>
                    <a:pt x="2274" y="893"/>
                  </a:lnTo>
                  <a:cubicBezTo>
                    <a:pt x="2191" y="929"/>
                    <a:pt x="2084" y="965"/>
                    <a:pt x="1989" y="1012"/>
                  </a:cubicBezTo>
                  <a:lnTo>
                    <a:pt x="1548" y="715"/>
                  </a:lnTo>
                  <a:cubicBezTo>
                    <a:pt x="1475" y="666"/>
                    <a:pt x="1393" y="643"/>
                    <a:pt x="1313" y="643"/>
                  </a:cubicBezTo>
                  <a:cubicBezTo>
                    <a:pt x="1198" y="643"/>
                    <a:pt x="1085" y="690"/>
                    <a:pt x="1000" y="774"/>
                  </a:cubicBezTo>
                  <a:lnTo>
                    <a:pt x="738" y="1024"/>
                  </a:lnTo>
                  <a:cubicBezTo>
                    <a:pt x="596" y="1179"/>
                    <a:pt x="572" y="1417"/>
                    <a:pt x="679" y="1584"/>
                  </a:cubicBezTo>
                  <a:lnTo>
                    <a:pt x="977" y="2024"/>
                  </a:lnTo>
                  <a:cubicBezTo>
                    <a:pt x="917" y="2143"/>
                    <a:pt x="858" y="2274"/>
                    <a:pt x="834" y="2417"/>
                  </a:cubicBezTo>
                  <a:cubicBezTo>
                    <a:pt x="798" y="2512"/>
                    <a:pt x="858" y="2608"/>
                    <a:pt x="965" y="2631"/>
                  </a:cubicBezTo>
                  <a:cubicBezTo>
                    <a:pt x="986" y="2639"/>
                    <a:pt x="1006" y="2642"/>
                    <a:pt x="1025" y="2642"/>
                  </a:cubicBezTo>
                  <a:cubicBezTo>
                    <a:pt x="1103" y="2642"/>
                    <a:pt x="1162" y="2587"/>
                    <a:pt x="1191" y="2501"/>
                  </a:cubicBezTo>
                  <a:cubicBezTo>
                    <a:pt x="1227" y="2358"/>
                    <a:pt x="1298" y="2215"/>
                    <a:pt x="1346" y="2096"/>
                  </a:cubicBezTo>
                  <a:cubicBezTo>
                    <a:pt x="1381" y="2036"/>
                    <a:pt x="1381" y="1965"/>
                    <a:pt x="1346" y="1905"/>
                  </a:cubicBezTo>
                  <a:lnTo>
                    <a:pt x="1000" y="1369"/>
                  </a:lnTo>
                  <a:cubicBezTo>
                    <a:pt x="977" y="1346"/>
                    <a:pt x="977" y="1310"/>
                    <a:pt x="1012" y="1286"/>
                  </a:cubicBezTo>
                  <a:lnTo>
                    <a:pt x="1262" y="1024"/>
                  </a:lnTo>
                  <a:cubicBezTo>
                    <a:pt x="1283" y="1010"/>
                    <a:pt x="1300" y="1004"/>
                    <a:pt x="1318" y="1004"/>
                  </a:cubicBezTo>
                  <a:cubicBezTo>
                    <a:pt x="1330" y="1004"/>
                    <a:pt x="1343" y="1007"/>
                    <a:pt x="1358" y="1012"/>
                  </a:cubicBezTo>
                  <a:lnTo>
                    <a:pt x="1893" y="1369"/>
                  </a:lnTo>
                  <a:cubicBezTo>
                    <a:pt x="1923" y="1393"/>
                    <a:pt x="1956" y="1405"/>
                    <a:pt x="1989" y="1405"/>
                  </a:cubicBezTo>
                  <a:cubicBezTo>
                    <a:pt x="2021" y="1405"/>
                    <a:pt x="2054" y="1393"/>
                    <a:pt x="2084" y="1369"/>
                  </a:cubicBezTo>
                  <a:cubicBezTo>
                    <a:pt x="2215" y="1298"/>
                    <a:pt x="2346" y="1238"/>
                    <a:pt x="2489" y="1203"/>
                  </a:cubicBezTo>
                  <a:cubicBezTo>
                    <a:pt x="2548" y="1191"/>
                    <a:pt x="2608" y="1131"/>
                    <a:pt x="2620" y="1072"/>
                  </a:cubicBezTo>
                  <a:lnTo>
                    <a:pt x="2751" y="429"/>
                  </a:lnTo>
                  <a:cubicBezTo>
                    <a:pt x="2751" y="405"/>
                    <a:pt x="2786" y="369"/>
                    <a:pt x="2822" y="369"/>
                  </a:cubicBezTo>
                  <a:lnTo>
                    <a:pt x="3167" y="369"/>
                  </a:lnTo>
                  <a:cubicBezTo>
                    <a:pt x="3203" y="369"/>
                    <a:pt x="3227" y="405"/>
                    <a:pt x="3239" y="429"/>
                  </a:cubicBezTo>
                  <a:lnTo>
                    <a:pt x="3382" y="1072"/>
                  </a:lnTo>
                  <a:cubicBezTo>
                    <a:pt x="3394" y="1143"/>
                    <a:pt x="3429" y="1191"/>
                    <a:pt x="3513" y="1203"/>
                  </a:cubicBezTo>
                  <a:cubicBezTo>
                    <a:pt x="3656" y="1250"/>
                    <a:pt x="3786" y="1310"/>
                    <a:pt x="3917" y="1369"/>
                  </a:cubicBezTo>
                  <a:cubicBezTo>
                    <a:pt x="3947" y="1387"/>
                    <a:pt x="3980" y="1396"/>
                    <a:pt x="4013" y="1396"/>
                  </a:cubicBezTo>
                  <a:cubicBezTo>
                    <a:pt x="4045" y="1396"/>
                    <a:pt x="4078" y="1387"/>
                    <a:pt x="4108" y="1369"/>
                  </a:cubicBezTo>
                  <a:lnTo>
                    <a:pt x="4644" y="1012"/>
                  </a:lnTo>
                  <a:cubicBezTo>
                    <a:pt x="4654" y="1007"/>
                    <a:pt x="4665" y="1004"/>
                    <a:pt x="4678" y="1004"/>
                  </a:cubicBezTo>
                  <a:cubicBezTo>
                    <a:pt x="4695" y="1004"/>
                    <a:pt x="4713" y="1010"/>
                    <a:pt x="4727" y="1024"/>
                  </a:cubicBezTo>
                  <a:lnTo>
                    <a:pt x="4989" y="1286"/>
                  </a:lnTo>
                  <a:cubicBezTo>
                    <a:pt x="5013" y="1310"/>
                    <a:pt x="5013" y="1346"/>
                    <a:pt x="5001" y="1369"/>
                  </a:cubicBezTo>
                  <a:lnTo>
                    <a:pt x="4644" y="1905"/>
                  </a:lnTo>
                  <a:cubicBezTo>
                    <a:pt x="4596" y="1965"/>
                    <a:pt x="4596" y="2036"/>
                    <a:pt x="4644" y="2096"/>
                  </a:cubicBezTo>
                  <a:cubicBezTo>
                    <a:pt x="4715" y="2239"/>
                    <a:pt x="4775" y="2370"/>
                    <a:pt x="4810" y="2501"/>
                  </a:cubicBezTo>
                  <a:cubicBezTo>
                    <a:pt x="4822" y="2560"/>
                    <a:pt x="4882" y="2620"/>
                    <a:pt x="4941" y="2631"/>
                  </a:cubicBezTo>
                  <a:lnTo>
                    <a:pt x="5584" y="2774"/>
                  </a:lnTo>
                  <a:cubicBezTo>
                    <a:pt x="5608" y="2774"/>
                    <a:pt x="5644" y="2798"/>
                    <a:pt x="5644" y="2846"/>
                  </a:cubicBezTo>
                  <a:lnTo>
                    <a:pt x="5644" y="3191"/>
                  </a:lnTo>
                  <a:cubicBezTo>
                    <a:pt x="5644" y="3215"/>
                    <a:pt x="5608" y="3251"/>
                    <a:pt x="5584" y="3263"/>
                  </a:cubicBezTo>
                  <a:lnTo>
                    <a:pt x="4941" y="3393"/>
                  </a:lnTo>
                  <a:cubicBezTo>
                    <a:pt x="4870" y="3405"/>
                    <a:pt x="4822" y="3453"/>
                    <a:pt x="4810" y="3524"/>
                  </a:cubicBezTo>
                  <a:cubicBezTo>
                    <a:pt x="4763" y="3679"/>
                    <a:pt x="4703" y="3810"/>
                    <a:pt x="4644" y="3929"/>
                  </a:cubicBezTo>
                  <a:cubicBezTo>
                    <a:pt x="4608" y="3989"/>
                    <a:pt x="4608" y="4060"/>
                    <a:pt x="4644" y="4120"/>
                  </a:cubicBezTo>
                  <a:lnTo>
                    <a:pt x="5001" y="4656"/>
                  </a:lnTo>
                  <a:cubicBezTo>
                    <a:pt x="5013" y="4691"/>
                    <a:pt x="5013" y="4715"/>
                    <a:pt x="4989" y="4751"/>
                  </a:cubicBezTo>
                  <a:lnTo>
                    <a:pt x="4727" y="5001"/>
                  </a:lnTo>
                  <a:cubicBezTo>
                    <a:pt x="4714" y="5020"/>
                    <a:pt x="4697" y="5029"/>
                    <a:pt x="4681" y="5029"/>
                  </a:cubicBezTo>
                  <a:cubicBezTo>
                    <a:pt x="4668" y="5029"/>
                    <a:pt x="4654" y="5023"/>
                    <a:pt x="4644" y="5013"/>
                  </a:cubicBezTo>
                  <a:lnTo>
                    <a:pt x="4108" y="4656"/>
                  </a:lnTo>
                  <a:cubicBezTo>
                    <a:pt x="4078" y="4638"/>
                    <a:pt x="4045" y="4629"/>
                    <a:pt x="4013" y="4629"/>
                  </a:cubicBezTo>
                  <a:cubicBezTo>
                    <a:pt x="3980" y="4629"/>
                    <a:pt x="3947" y="4638"/>
                    <a:pt x="3917" y="4656"/>
                  </a:cubicBezTo>
                  <a:cubicBezTo>
                    <a:pt x="3775" y="4739"/>
                    <a:pt x="3644" y="4798"/>
                    <a:pt x="3513" y="4822"/>
                  </a:cubicBezTo>
                  <a:cubicBezTo>
                    <a:pt x="3453" y="4834"/>
                    <a:pt x="3394" y="4894"/>
                    <a:pt x="3382" y="4953"/>
                  </a:cubicBezTo>
                  <a:lnTo>
                    <a:pt x="3239" y="5596"/>
                  </a:lnTo>
                  <a:cubicBezTo>
                    <a:pt x="3239" y="5632"/>
                    <a:pt x="3215" y="5656"/>
                    <a:pt x="3167" y="5656"/>
                  </a:cubicBezTo>
                  <a:lnTo>
                    <a:pt x="2822" y="5656"/>
                  </a:lnTo>
                  <a:cubicBezTo>
                    <a:pt x="2798" y="5656"/>
                    <a:pt x="2763" y="5632"/>
                    <a:pt x="2751" y="5596"/>
                  </a:cubicBezTo>
                  <a:lnTo>
                    <a:pt x="2620" y="4953"/>
                  </a:lnTo>
                  <a:cubicBezTo>
                    <a:pt x="2608" y="4882"/>
                    <a:pt x="2560" y="4834"/>
                    <a:pt x="2489" y="4822"/>
                  </a:cubicBezTo>
                  <a:cubicBezTo>
                    <a:pt x="2334" y="4775"/>
                    <a:pt x="2203" y="4715"/>
                    <a:pt x="2084" y="4656"/>
                  </a:cubicBezTo>
                  <a:cubicBezTo>
                    <a:pt x="2054" y="4644"/>
                    <a:pt x="2021" y="4638"/>
                    <a:pt x="1989" y="4638"/>
                  </a:cubicBezTo>
                  <a:cubicBezTo>
                    <a:pt x="1956" y="4638"/>
                    <a:pt x="1923" y="4644"/>
                    <a:pt x="1893" y="4656"/>
                  </a:cubicBezTo>
                  <a:lnTo>
                    <a:pt x="1358" y="5013"/>
                  </a:lnTo>
                  <a:cubicBezTo>
                    <a:pt x="1342" y="5023"/>
                    <a:pt x="1328" y="5029"/>
                    <a:pt x="1314" y="5029"/>
                  </a:cubicBezTo>
                  <a:cubicBezTo>
                    <a:pt x="1298" y="5029"/>
                    <a:pt x="1282" y="5020"/>
                    <a:pt x="1262" y="5001"/>
                  </a:cubicBezTo>
                  <a:lnTo>
                    <a:pt x="1012" y="4751"/>
                  </a:lnTo>
                  <a:cubicBezTo>
                    <a:pt x="977" y="4715"/>
                    <a:pt x="977" y="4691"/>
                    <a:pt x="1000" y="4656"/>
                  </a:cubicBezTo>
                  <a:lnTo>
                    <a:pt x="1346" y="4120"/>
                  </a:lnTo>
                  <a:cubicBezTo>
                    <a:pt x="1393" y="4060"/>
                    <a:pt x="1393" y="3989"/>
                    <a:pt x="1346" y="3929"/>
                  </a:cubicBezTo>
                  <a:cubicBezTo>
                    <a:pt x="1274" y="3798"/>
                    <a:pt x="1215" y="3667"/>
                    <a:pt x="1191" y="3524"/>
                  </a:cubicBezTo>
                  <a:cubicBezTo>
                    <a:pt x="1167" y="3465"/>
                    <a:pt x="1108" y="3405"/>
                    <a:pt x="1048" y="3393"/>
                  </a:cubicBezTo>
                  <a:lnTo>
                    <a:pt x="417" y="3263"/>
                  </a:lnTo>
                  <a:cubicBezTo>
                    <a:pt x="381" y="3263"/>
                    <a:pt x="357" y="3227"/>
                    <a:pt x="357" y="3191"/>
                  </a:cubicBezTo>
                  <a:lnTo>
                    <a:pt x="357" y="2846"/>
                  </a:lnTo>
                  <a:cubicBezTo>
                    <a:pt x="357" y="2810"/>
                    <a:pt x="381" y="2786"/>
                    <a:pt x="417" y="2774"/>
                  </a:cubicBezTo>
                  <a:lnTo>
                    <a:pt x="453" y="2751"/>
                  </a:lnTo>
                  <a:cubicBezTo>
                    <a:pt x="560" y="2739"/>
                    <a:pt x="619" y="2631"/>
                    <a:pt x="608" y="2548"/>
                  </a:cubicBezTo>
                  <a:cubicBezTo>
                    <a:pt x="597" y="2450"/>
                    <a:pt x="506" y="2392"/>
                    <a:pt x="427" y="2392"/>
                  </a:cubicBezTo>
                  <a:cubicBezTo>
                    <a:pt x="419" y="2392"/>
                    <a:pt x="412" y="2392"/>
                    <a:pt x="405" y="2393"/>
                  </a:cubicBezTo>
                  <a:lnTo>
                    <a:pt x="357" y="2417"/>
                  </a:lnTo>
                  <a:cubicBezTo>
                    <a:pt x="143" y="2453"/>
                    <a:pt x="0" y="2631"/>
                    <a:pt x="0" y="2846"/>
                  </a:cubicBezTo>
                  <a:lnTo>
                    <a:pt x="0" y="3191"/>
                  </a:lnTo>
                  <a:cubicBezTo>
                    <a:pt x="0" y="3393"/>
                    <a:pt x="143" y="3572"/>
                    <a:pt x="357" y="3620"/>
                  </a:cubicBezTo>
                  <a:lnTo>
                    <a:pt x="893" y="3727"/>
                  </a:lnTo>
                  <a:cubicBezTo>
                    <a:pt x="917" y="3810"/>
                    <a:pt x="965" y="3917"/>
                    <a:pt x="1012" y="4001"/>
                  </a:cubicBezTo>
                  <a:lnTo>
                    <a:pt x="715" y="4453"/>
                  </a:lnTo>
                  <a:cubicBezTo>
                    <a:pt x="596" y="4632"/>
                    <a:pt x="619" y="4858"/>
                    <a:pt x="774" y="5001"/>
                  </a:cubicBezTo>
                  <a:lnTo>
                    <a:pt x="1024" y="5251"/>
                  </a:lnTo>
                  <a:cubicBezTo>
                    <a:pt x="1112" y="5339"/>
                    <a:pt x="1227" y="5381"/>
                    <a:pt x="1338" y="5381"/>
                  </a:cubicBezTo>
                  <a:cubicBezTo>
                    <a:pt x="1423" y="5381"/>
                    <a:pt x="1505" y="5357"/>
                    <a:pt x="1572" y="5310"/>
                  </a:cubicBezTo>
                  <a:lnTo>
                    <a:pt x="2024" y="5013"/>
                  </a:lnTo>
                  <a:cubicBezTo>
                    <a:pt x="2108" y="5060"/>
                    <a:pt x="2203" y="5108"/>
                    <a:pt x="2310" y="5132"/>
                  </a:cubicBezTo>
                  <a:lnTo>
                    <a:pt x="2405" y="5668"/>
                  </a:lnTo>
                  <a:cubicBezTo>
                    <a:pt x="2453" y="5882"/>
                    <a:pt x="2632" y="6025"/>
                    <a:pt x="2846" y="6025"/>
                  </a:cubicBezTo>
                  <a:lnTo>
                    <a:pt x="3179" y="6025"/>
                  </a:lnTo>
                  <a:cubicBezTo>
                    <a:pt x="3394" y="6025"/>
                    <a:pt x="3572" y="5882"/>
                    <a:pt x="3620" y="5668"/>
                  </a:cubicBezTo>
                  <a:lnTo>
                    <a:pt x="3715" y="5132"/>
                  </a:lnTo>
                  <a:cubicBezTo>
                    <a:pt x="3810" y="5108"/>
                    <a:pt x="3917" y="5060"/>
                    <a:pt x="4001" y="5013"/>
                  </a:cubicBezTo>
                  <a:lnTo>
                    <a:pt x="4453" y="5310"/>
                  </a:lnTo>
                  <a:cubicBezTo>
                    <a:pt x="4529" y="5361"/>
                    <a:pt x="4611" y="5386"/>
                    <a:pt x="4692" y="5386"/>
                  </a:cubicBezTo>
                  <a:cubicBezTo>
                    <a:pt x="4803" y="5386"/>
                    <a:pt x="4912" y="5340"/>
                    <a:pt x="5001" y="5251"/>
                  </a:cubicBezTo>
                  <a:lnTo>
                    <a:pt x="5251" y="5001"/>
                  </a:lnTo>
                  <a:cubicBezTo>
                    <a:pt x="5406" y="4858"/>
                    <a:pt x="5418" y="4620"/>
                    <a:pt x="5310" y="4453"/>
                  </a:cubicBezTo>
                  <a:lnTo>
                    <a:pt x="5013" y="4001"/>
                  </a:lnTo>
                  <a:cubicBezTo>
                    <a:pt x="5060" y="3917"/>
                    <a:pt x="5108" y="3822"/>
                    <a:pt x="5132" y="3727"/>
                  </a:cubicBezTo>
                  <a:lnTo>
                    <a:pt x="5668" y="3620"/>
                  </a:lnTo>
                  <a:cubicBezTo>
                    <a:pt x="5882" y="3572"/>
                    <a:pt x="6025" y="3393"/>
                    <a:pt x="6025" y="3191"/>
                  </a:cubicBezTo>
                  <a:lnTo>
                    <a:pt x="6025" y="2846"/>
                  </a:lnTo>
                  <a:cubicBezTo>
                    <a:pt x="6001" y="2631"/>
                    <a:pt x="5846" y="2453"/>
                    <a:pt x="5644" y="2417"/>
                  </a:cubicBezTo>
                  <a:lnTo>
                    <a:pt x="5108" y="2310"/>
                  </a:lnTo>
                  <a:cubicBezTo>
                    <a:pt x="5072" y="2215"/>
                    <a:pt x="5025" y="2120"/>
                    <a:pt x="4989" y="2024"/>
                  </a:cubicBezTo>
                  <a:lnTo>
                    <a:pt x="5287" y="1584"/>
                  </a:lnTo>
                  <a:cubicBezTo>
                    <a:pt x="5406" y="1405"/>
                    <a:pt x="5370" y="1179"/>
                    <a:pt x="5227" y="1024"/>
                  </a:cubicBezTo>
                  <a:lnTo>
                    <a:pt x="4965" y="774"/>
                  </a:lnTo>
                  <a:cubicBezTo>
                    <a:pt x="4882" y="691"/>
                    <a:pt x="4766" y="648"/>
                    <a:pt x="4651" y="648"/>
                  </a:cubicBezTo>
                  <a:cubicBezTo>
                    <a:pt x="4569" y="648"/>
                    <a:pt x="4487" y="670"/>
                    <a:pt x="4418" y="715"/>
                  </a:cubicBezTo>
                  <a:lnTo>
                    <a:pt x="3977" y="1012"/>
                  </a:lnTo>
                  <a:cubicBezTo>
                    <a:pt x="3882" y="965"/>
                    <a:pt x="3786" y="929"/>
                    <a:pt x="3691" y="893"/>
                  </a:cubicBezTo>
                  <a:lnTo>
                    <a:pt x="3584" y="357"/>
                  </a:lnTo>
                  <a:cubicBezTo>
                    <a:pt x="3536" y="155"/>
                    <a:pt x="3358" y="0"/>
                    <a:pt x="3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2738867" y="2986895"/>
              <a:ext cx="65066" cy="65066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25" y="0"/>
                  </a:moveTo>
                  <a:cubicBezTo>
                    <a:pt x="453" y="0"/>
                    <a:pt x="1" y="453"/>
                    <a:pt x="1" y="1024"/>
                  </a:cubicBezTo>
                  <a:cubicBezTo>
                    <a:pt x="1" y="1584"/>
                    <a:pt x="453" y="2048"/>
                    <a:pt x="1025" y="2048"/>
                  </a:cubicBezTo>
                  <a:cubicBezTo>
                    <a:pt x="1251" y="2048"/>
                    <a:pt x="1465" y="1977"/>
                    <a:pt x="1644" y="1846"/>
                  </a:cubicBezTo>
                  <a:cubicBezTo>
                    <a:pt x="1727" y="1786"/>
                    <a:pt x="1739" y="1667"/>
                    <a:pt x="1680" y="1584"/>
                  </a:cubicBezTo>
                  <a:cubicBezTo>
                    <a:pt x="1646" y="1543"/>
                    <a:pt x="1593" y="1522"/>
                    <a:pt x="1540" y="1522"/>
                  </a:cubicBezTo>
                  <a:cubicBezTo>
                    <a:pt x="1500" y="1522"/>
                    <a:pt x="1461" y="1534"/>
                    <a:pt x="1430" y="1560"/>
                  </a:cubicBezTo>
                  <a:cubicBezTo>
                    <a:pt x="1311" y="1644"/>
                    <a:pt x="1168" y="1691"/>
                    <a:pt x="1025" y="1691"/>
                  </a:cubicBezTo>
                  <a:cubicBezTo>
                    <a:pt x="668" y="1691"/>
                    <a:pt x="370" y="1393"/>
                    <a:pt x="370" y="1036"/>
                  </a:cubicBezTo>
                  <a:cubicBezTo>
                    <a:pt x="382" y="655"/>
                    <a:pt x="680" y="370"/>
                    <a:pt x="1037" y="370"/>
                  </a:cubicBezTo>
                  <a:cubicBezTo>
                    <a:pt x="1394" y="370"/>
                    <a:pt x="1692" y="667"/>
                    <a:pt x="1692" y="1024"/>
                  </a:cubicBezTo>
                  <a:cubicBezTo>
                    <a:pt x="1692" y="1132"/>
                    <a:pt x="1775" y="1203"/>
                    <a:pt x="1870" y="1203"/>
                  </a:cubicBezTo>
                  <a:cubicBezTo>
                    <a:pt x="1965" y="1203"/>
                    <a:pt x="2049" y="1108"/>
                    <a:pt x="2049" y="1024"/>
                  </a:cubicBezTo>
                  <a:cubicBezTo>
                    <a:pt x="2049" y="453"/>
                    <a:pt x="1584" y="0"/>
                    <a:pt x="10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2604670" y="2851904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07" y="382"/>
                  </a:moveTo>
                  <a:cubicBezTo>
                    <a:pt x="1512" y="382"/>
                    <a:pt x="1858" y="715"/>
                    <a:pt x="1858" y="1120"/>
                  </a:cubicBezTo>
                  <a:cubicBezTo>
                    <a:pt x="1858" y="1525"/>
                    <a:pt x="1512" y="1870"/>
                    <a:pt x="1107" y="1870"/>
                  </a:cubicBezTo>
                  <a:cubicBezTo>
                    <a:pt x="691" y="1870"/>
                    <a:pt x="369" y="1525"/>
                    <a:pt x="369" y="1120"/>
                  </a:cubicBezTo>
                  <a:cubicBezTo>
                    <a:pt x="369" y="703"/>
                    <a:pt x="703" y="382"/>
                    <a:pt x="1107" y="382"/>
                  </a:cubicBezTo>
                  <a:close/>
                  <a:moveTo>
                    <a:pt x="1107" y="1"/>
                  </a:moveTo>
                  <a:cubicBezTo>
                    <a:pt x="500" y="1"/>
                    <a:pt x="0" y="513"/>
                    <a:pt x="0" y="1120"/>
                  </a:cubicBezTo>
                  <a:cubicBezTo>
                    <a:pt x="0" y="1727"/>
                    <a:pt x="500" y="2239"/>
                    <a:pt x="1107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513"/>
                    <a:pt x="1727" y="1"/>
                    <a:pt x="1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376" name="Google Shape;376;p34"/>
          <p:cNvSpPr txBox="1"/>
          <p:nvPr/>
        </p:nvSpPr>
        <p:spPr>
          <a:xfrm>
            <a:off x="8236043" y="2026182"/>
            <a:ext cx="2373200" cy="116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spcAft>
                <a:spcPts val="1333"/>
              </a:spcAft>
            </a:pPr>
            <a:r>
              <a:rPr lang="en" sz="1733" dirty="0">
                <a:solidFill>
                  <a:schemeClr val="dk1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Using the algorithm which is </a:t>
            </a:r>
            <a:r>
              <a:rPr lang="en-IN" sz="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 and DNN.</a:t>
            </a:r>
            <a:endParaRPr sz="1733" dirty="0">
              <a:solidFill>
                <a:schemeClr val="dk1"/>
              </a:solidFill>
              <a:latin typeface="Times New Roman" panose="02020603050405020304" pitchFamily="18" charset="0"/>
              <a:ea typeface="DM Sans"/>
              <a:cs typeface="Times New Roman" panose="02020603050405020304" pitchFamily="18" charset="0"/>
              <a:sym typeface="DM Sans"/>
            </a:endParaRPr>
          </a:p>
        </p:txBody>
      </p:sp>
      <p:sp>
        <p:nvSpPr>
          <p:cNvPr id="377" name="Google Shape;377;p34"/>
          <p:cNvSpPr txBox="1"/>
          <p:nvPr/>
        </p:nvSpPr>
        <p:spPr>
          <a:xfrm>
            <a:off x="9326313" y="1098777"/>
            <a:ext cx="2373200" cy="8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2533" b="1" dirty="0">
                <a:solidFill>
                  <a:schemeClr val="dk1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Model development</a:t>
            </a:r>
            <a:endParaRPr sz="2533" b="1" dirty="0">
              <a:solidFill>
                <a:schemeClr val="dk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378" name="Google Shape;378;p34"/>
          <p:cNvSpPr txBox="1"/>
          <p:nvPr/>
        </p:nvSpPr>
        <p:spPr>
          <a:xfrm>
            <a:off x="9326313" y="3679358"/>
            <a:ext cx="2373200" cy="120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 algn="just"/>
            <a:r>
              <a:rPr lang="en-US" sz="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 for both models. Continuous evaluation of model accuracy. </a:t>
            </a:r>
            <a:endParaRPr lang="en-IN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" name="Google Shape;379;p34"/>
          <p:cNvSpPr txBox="1"/>
          <p:nvPr/>
        </p:nvSpPr>
        <p:spPr>
          <a:xfrm>
            <a:off x="8881849" y="4824542"/>
            <a:ext cx="2373200" cy="1067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Evaluation</a:t>
            </a:r>
            <a:endParaRPr lang="en-IN" sz="2400" b="1" dirty="0">
              <a:solidFill>
                <a:schemeClr val="dk1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381" name="Google Shape;381;p34"/>
          <p:cNvSpPr txBox="1"/>
          <p:nvPr/>
        </p:nvSpPr>
        <p:spPr>
          <a:xfrm>
            <a:off x="1060491" y="1132681"/>
            <a:ext cx="2218175" cy="772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82" name="Google Shape;382;p34"/>
          <p:cNvSpPr txBox="1"/>
          <p:nvPr/>
        </p:nvSpPr>
        <p:spPr>
          <a:xfrm>
            <a:off x="1938128" y="3950331"/>
            <a:ext cx="2373200" cy="1007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Refinement based on new data and race outcomes</a:t>
            </a:r>
            <a:endParaRPr lang="en-IN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3" name="Google Shape;383;p34"/>
          <p:cNvSpPr txBox="1"/>
          <p:nvPr/>
        </p:nvSpPr>
        <p:spPr>
          <a:xfrm>
            <a:off x="928461" y="4799677"/>
            <a:ext cx="2373200" cy="1067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sz="26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  <a:endParaRPr lang="en-IN" sz="2667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4" name="Google Shape;384;p3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 </a:t>
            </a:r>
            <a:endParaRPr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5" name="Google Shape;385;p34"/>
          <p:cNvCxnSpPr>
            <a:cxnSpLocks/>
          </p:cNvCxnSpPr>
          <p:nvPr/>
        </p:nvCxnSpPr>
        <p:spPr>
          <a:xfrm rot="16200000" flipH="1">
            <a:off x="4543992" y="1939571"/>
            <a:ext cx="784622" cy="734172"/>
          </a:xfrm>
          <a:prstGeom prst="bentConnector3">
            <a:avLst>
              <a:gd name="adj1" fmla="val 467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6" name="Google Shape;386;p34"/>
          <p:cNvCxnSpPr>
            <a:cxnSpLocks/>
            <a:stCxn id="356" idx="2"/>
            <a:endCxn id="381" idx="3"/>
          </p:cNvCxnSpPr>
          <p:nvPr/>
        </p:nvCxnSpPr>
        <p:spPr>
          <a:xfrm rot="10800000">
            <a:off x="3278667" y="1518724"/>
            <a:ext cx="658761" cy="35333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7" name="Google Shape;387;p34"/>
          <p:cNvCxnSpPr>
            <a:cxnSpLocks/>
            <a:stCxn id="383" idx="3"/>
            <a:endCxn id="358" idx="2"/>
          </p:cNvCxnSpPr>
          <p:nvPr/>
        </p:nvCxnSpPr>
        <p:spPr>
          <a:xfrm flipV="1">
            <a:off x="3301662" y="5226151"/>
            <a:ext cx="595489" cy="10730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8" name="Google Shape;388;p34"/>
          <p:cNvCxnSpPr>
            <a:stCxn id="358" idx="6"/>
            <a:endCxn id="354" idx="3"/>
          </p:cNvCxnSpPr>
          <p:nvPr/>
        </p:nvCxnSpPr>
        <p:spPr>
          <a:xfrm rot="10800000" flipH="1">
            <a:off x="4551951" y="4764151"/>
            <a:ext cx="581200" cy="4620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34"/>
          <p:cNvCxnSpPr>
            <a:stCxn id="354" idx="5"/>
            <a:endCxn id="359" idx="2"/>
          </p:cNvCxnSpPr>
          <p:nvPr/>
        </p:nvCxnSpPr>
        <p:spPr>
          <a:xfrm rot="-5400000" flipH="1">
            <a:off x="7114021" y="4700053"/>
            <a:ext cx="462000" cy="5904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0" name="Google Shape;390;p34"/>
          <p:cNvCxnSpPr>
            <a:cxnSpLocks/>
            <a:stCxn id="359" idx="6"/>
            <a:endCxn id="379" idx="1"/>
          </p:cNvCxnSpPr>
          <p:nvPr/>
        </p:nvCxnSpPr>
        <p:spPr>
          <a:xfrm>
            <a:off x="8294851" y="5226151"/>
            <a:ext cx="586999" cy="13216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34"/>
          <p:cNvCxnSpPr>
            <a:cxnSpLocks/>
            <a:stCxn id="357" idx="6"/>
            <a:endCxn id="377" idx="1"/>
          </p:cNvCxnSpPr>
          <p:nvPr/>
        </p:nvCxnSpPr>
        <p:spPr>
          <a:xfrm flipV="1">
            <a:off x="8401526" y="1519178"/>
            <a:ext cx="924788" cy="29986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2" name="Google Shape;392;p34"/>
          <p:cNvCxnSpPr>
            <a:stCxn id="357" idx="2"/>
            <a:endCxn id="354" idx="7"/>
          </p:cNvCxnSpPr>
          <p:nvPr/>
        </p:nvCxnSpPr>
        <p:spPr>
          <a:xfrm rot="10800000" flipV="1">
            <a:off x="7049821" y="1819039"/>
            <a:ext cx="696904" cy="1028672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93" name="Google Shape;393;p34"/>
          <p:cNvGrpSpPr/>
          <p:nvPr/>
        </p:nvGrpSpPr>
        <p:grpSpPr>
          <a:xfrm>
            <a:off x="4006408" y="5041887"/>
            <a:ext cx="436113" cy="369440"/>
            <a:chOff x="2770052" y="2009628"/>
            <a:chExt cx="327085" cy="277080"/>
          </a:xfrm>
        </p:grpSpPr>
        <p:sp>
          <p:nvSpPr>
            <p:cNvPr id="394" name="Google Shape;394;p34"/>
            <p:cNvSpPr/>
            <p:nvPr/>
          </p:nvSpPr>
          <p:spPr>
            <a:xfrm>
              <a:off x="2770052" y="2023537"/>
              <a:ext cx="327085" cy="263170"/>
            </a:xfrm>
            <a:custGeom>
              <a:avLst/>
              <a:gdLst/>
              <a:ahLst/>
              <a:cxnLst/>
              <a:rect l="l" t="t" r="r" b="b"/>
              <a:pathLst>
                <a:path w="10276" h="8268" extrusionOk="0">
                  <a:moveTo>
                    <a:pt x="6251" y="2267"/>
                  </a:moveTo>
                  <a:lnTo>
                    <a:pt x="7061" y="2541"/>
                  </a:lnTo>
                  <a:cubicBezTo>
                    <a:pt x="7073" y="2544"/>
                    <a:pt x="7086" y="2545"/>
                    <a:pt x="7098" y="2545"/>
                  </a:cubicBezTo>
                  <a:cubicBezTo>
                    <a:pt x="7136" y="2545"/>
                    <a:pt x="7174" y="2532"/>
                    <a:pt x="7192" y="2505"/>
                  </a:cubicBezTo>
                  <a:lnTo>
                    <a:pt x="7454" y="2314"/>
                  </a:lnTo>
                  <a:lnTo>
                    <a:pt x="9240" y="4660"/>
                  </a:lnTo>
                  <a:lnTo>
                    <a:pt x="8978" y="4874"/>
                  </a:lnTo>
                  <a:cubicBezTo>
                    <a:pt x="8966" y="4862"/>
                    <a:pt x="8942" y="4839"/>
                    <a:pt x="8930" y="4839"/>
                  </a:cubicBezTo>
                  <a:lnTo>
                    <a:pt x="5811" y="3148"/>
                  </a:lnTo>
                  <a:lnTo>
                    <a:pt x="5930" y="2969"/>
                  </a:lnTo>
                  <a:cubicBezTo>
                    <a:pt x="5978" y="2898"/>
                    <a:pt x="5966" y="2803"/>
                    <a:pt x="5894" y="2755"/>
                  </a:cubicBezTo>
                  <a:cubicBezTo>
                    <a:pt x="5864" y="2742"/>
                    <a:pt x="5834" y="2735"/>
                    <a:pt x="5806" y="2735"/>
                  </a:cubicBezTo>
                  <a:cubicBezTo>
                    <a:pt x="5756" y="2735"/>
                    <a:pt x="5710" y="2757"/>
                    <a:pt x="5680" y="2803"/>
                  </a:cubicBezTo>
                  <a:lnTo>
                    <a:pt x="5358" y="3326"/>
                  </a:lnTo>
                  <a:cubicBezTo>
                    <a:pt x="5335" y="3350"/>
                    <a:pt x="5323" y="3374"/>
                    <a:pt x="5323" y="3398"/>
                  </a:cubicBezTo>
                  <a:lnTo>
                    <a:pt x="5323" y="4684"/>
                  </a:lnTo>
                  <a:cubicBezTo>
                    <a:pt x="5323" y="4946"/>
                    <a:pt x="5097" y="5172"/>
                    <a:pt x="4835" y="5172"/>
                  </a:cubicBezTo>
                  <a:cubicBezTo>
                    <a:pt x="4561" y="5172"/>
                    <a:pt x="4346" y="4946"/>
                    <a:pt x="4346" y="4684"/>
                  </a:cubicBezTo>
                  <a:lnTo>
                    <a:pt x="4346" y="3410"/>
                  </a:lnTo>
                  <a:lnTo>
                    <a:pt x="4620" y="2267"/>
                  </a:lnTo>
                  <a:close/>
                  <a:moveTo>
                    <a:pt x="2680" y="1767"/>
                  </a:moveTo>
                  <a:lnTo>
                    <a:pt x="2918" y="1898"/>
                  </a:lnTo>
                  <a:lnTo>
                    <a:pt x="941" y="5303"/>
                  </a:lnTo>
                  <a:lnTo>
                    <a:pt x="703" y="5172"/>
                  </a:lnTo>
                  <a:lnTo>
                    <a:pt x="2680" y="1767"/>
                  </a:lnTo>
                  <a:close/>
                  <a:moveTo>
                    <a:pt x="3180" y="4743"/>
                  </a:moveTo>
                  <a:cubicBezTo>
                    <a:pt x="3287" y="4743"/>
                    <a:pt x="3370" y="4779"/>
                    <a:pt x="3442" y="4874"/>
                  </a:cubicBezTo>
                  <a:cubicBezTo>
                    <a:pt x="3561" y="5017"/>
                    <a:pt x="3525" y="5231"/>
                    <a:pt x="3370" y="5339"/>
                  </a:cubicBezTo>
                  <a:lnTo>
                    <a:pt x="2322" y="6112"/>
                  </a:lnTo>
                  <a:cubicBezTo>
                    <a:pt x="2262" y="6150"/>
                    <a:pt x="2194" y="6169"/>
                    <a:pt x="2127" y="6169"/>
                  </a:cubicBezTo>
                  <a:cubicBezTo>
                    <a:pt x="2023" y="6169"/>
                    <a:pt x="1923" y="6123"/>
                    <a:pt x="1858" y="6029"/>
                  </a:cubicBezTo>
                  <a:cubicBezTo>
                    <a:pt x="1751" y="5886"/>
                    <a:pt x="1787" y="5672"/>
                    <a:pt x="1929" y="5565"/>
                  </a:cubicBezTo>
                  <a:lnTo>
                    <a:pt x="2989" y="4803"/>
                  </a:lnTo>
                  <a:cubicBezTo>
                    <a:pt x="3049" y="4755"/>
                    <a:pt x="3120" y="4743"/>
                    <a:pt x="3180" y="4743"/>
                  </a:cubicBezTo>
                  <a:close/>
                  <a:moveTo>
                    <a:pt x="3775" y="5493"/>
                  </a:moveTo>
                  <a:cubicBezTo>
                    <a:pt x="3870" y="5493"/>
                    <a:pt x="3954" y="5553"/>
                    <a:pt x="4013" y="5636"/>
                  </a:cubicBezTo>
                  <a:cubicBezTo>
                    <a:pt x="4132" y="5779"/>
                    <a:pt x="4085" y="5993"/>
                    <a:pt x="3942" y="6089"/>
                  </a:cubicBezTo>
                  <a:lnTo>
                    <a:pt x="3132" y="6708"/>
                  </a:lnTo>
                  <a:cubicBezTo>
                    <a:pt x="3076" y="6745"/>
                    <a:pt x="3013" y="6764"/>
                    <a:pt x="2949" y="6764"/>
                  </a:cubicBezTo>
                  <a:cubicBezTo>
                    <a:pt x="2851" y="6764"/>
                    <a:pt x="2752" y="6718"/>
                    <a:pt x="2680" y="6624"/>
                  </a:cubicBezTo>
                  <a:cubicBezTo>
                    <a:pt x="2572" y="6482"/>
                    <a:pt x="2596" y="6255"/>
                    <a:pt x="2751" y="6148"/>
                  </a:cubicBezTo>
                  <a:lnTo>
                    <a:pt x="3537" y="5589"/>
                  </a:lnTo>
                  <a:cubicBezTo>
                    <a:pt x="3573" y="5565"/>
                    <a:pt x="3596" y="5541"/>
                    <a:pt x="3620" y="5529"/>
                  </a:cubicBezTo>
                  <a:cubicBezTo>
                    <a:pt x="3668" y="5517"/>
                    <a:pt x="3715" y="5493"/>
                    <a:pt x="3775" y="5493"/>
                  </a:cubicBezTo>
                  <a:close/>
                  <a:moveTo>
                    <a:pt x="4359" y="6281"/>
                  </a:moveTo>
                  <a:cubicBezTo>
                    <a:pt x="4454" y="6281"/>
                    <a:pt x="4550" y="6321"/>
                    <a:pt x="4620" y="6398"/>
                  </a:cubicBezTo>
                  <a:cubicBezTo>
                    <a:pt x="4739" y="6553"/>
                    <a:pt x="4704" y="6755"/>
                    <a:pt x="4549" y="6863"/>
                  </a:cubicBezTo>
                  <a:lnTo>
                    <a:pt x="3954" y="7303"/>
                  </a:lnTo>
                  <a:cubicBezTo>
                    <a:pt x="3898" y="7331"/>
                    <a:pt x="3829" y="7358"/>
                    <a:pt x="3767" y="7358"/>
                  </a:cubicBezTo>
                  <a:cubicBezTo>
                    <a:pt x="3749" y="7358"/>
                    <a:pt x="3732" y="7356"/>
                    <a:pt x="3715" y="7351"/>
                  </a:cubicBezTo>
                  <a:cubicBezTo>
                    <a:pt x="3620" y="7339"/>
                    <a:pt x="3549" y="7303"/>
                    <a:pt x="3513" y="7220"/>
                  </a:cubicBezTo>
                  <a:cubicBezTo>
                    <a:pt x="3406" y="7077"/>
                    <a:pt x="3430" y="6863"/>
                    <a:pt x="3584" y="6755"/>
                  </a:cubicBezTo>
                  <a:lnTo>
                    <a:pt x="4144" y="6363"/>
                  </a:lnTo>
                  <a:lnTo>
                    <a:pt x="4168" y="6339"/>
                  </a:lnTo>
                  <a:cubicBezTo>
                    <a:pt x="4226" y="6300"/>
                    <a:pt x="4292" y="6281"/>
                    <a:pt x="4359" y="6281"/>
                  </a:cubicBezTo>
                  <a:close/>
                  <a:moveTo>
                    <a:pt x="2870" y="2553"/>
                  </a:moveTo>
                  <a:lnTo>
                    <a:pt x="3156" y="2707"/>
                  </a:lnTo>
                  <a:cubicBezTo>
                    <a:pt x="3173" y="2725"/>
                    <a:pt x="3197" y="2736"/>
                    <a:pt x="3218" y="2736"/>
                  </a:cubicBezTo>
                  <a:cubicBezTo>
                    <a:pt x="3226" y="2736"/>
                    <a:pt x="3233" y="2734"/>
                    <a:pt x="3239" y="2731"/>
                  </a:cubicBezTo>
                  <a:lnTo>
                    <a:pt x="3942" y="2636"/>
                  </a:lnTo>
                  <a:lnTo>
                    <a:pt x="4192" y="2743"/>
                  </a:lnTo>
                  <a:lnTo>
                    <a:pt x="4049" y="3338"/>
                  </a:lnTo>
                  <a:lnTo>
                    <a:pt x="4049" y="3362"/>
                  </a:lnTo>
                  <a:lnTo>
                    <a:pt x="4049" y="4648"/>
                  </a:lnTo>
                  <a:cubicBezTo>
                    <a:pt x="4049" y="5077"/>
                    <a:pt x="4406" y="5434"/>
                    <a:pt x="4835" y="5434"/>
                  </a:cubicBezTo>
                  <a:cubicBezTo>
                    <a:pt x="5263" y="5434"/>
                    <a:pt x="5620" y="5077"/>
                    <a:pt x="5620" y="4648"/>
                  </a:cubicBezTo>
                  <a:lnTo>
                    <a:pt x="5620" y="3410"/>
                  </a:lnTo>
                  <a:lnTo>
                    <a:pt x="5656" y="3362"/>
                  </a:lnTo>
                  <a:lnTo>
                    <a:pt x="8776" y="5065"/>
                  </a:lnTo>
                  <a:cubicBezTo>
                    <a:pt x="8942" y="5184"/>
                    <a:pt x="9002" y="5374"/>
                    <a:pt x="8907" y="5541"/>
                  </a:cubicBezTo>
                  <a:cubicBezTo>
                    <a:pt x="8850" y="5654"/>
                    <a:pt x="8745" y="5717"/>
                    <a:pt x="8631" y="5717"/>
                  </a:cubicBezTo>
                  <a:cubicBezTo>
                    <a:pt x="8576" y="5717"/>
                    <a:pt x="8520" y="5703"/>
                    <a:pt x="8466" y="5672"/>
                  </a:cubicBezTo>
                  <a:lnTo>
                    <a:pt x="6740" y="4743"/>
                  </a:lnTo>
                  <a:cubicBezTo>
                    <a:pt x="6711" y="4727"/>
                    <a:pt x="6682" y="4719"/>
                    <a:pt x="6655" y="4719"/>
                  </a:cubicBezTo>
                  <a:cubicBezTo>
                    <a:pt x="6603" y="4719"/>
                    <a:pt x="6557" y="4748"/>
                    <a:pt x="6525" y="4803"/>
                  </a:cubicBezTo>
                  <a:cubicBezTo>
                    <a:pt x="6490" y="4874"/>
                    <a:pt x="6513" y="4958"/>
                    <a:pt x="6585" y="5005"/>
                  </a:cubicBezTo>
                  <a:lnTo>
                    <a:pt x="8037" y="5791"/>
                  </a:lnTo>
                  <a:cubicBezTo>
                    <a:pt x="8192" y="5886"/>
                    <a:pt x="8252" y="6077"/>
                    <a:pt x="8168" y="6243"/>
                  </a:cubicBezTo>
                  <a:cubicBezTo>
                    <a:pt x="8104" y="6356"/>
                    <a:pt x="7996" y="6415"/>
                    <a:pt x="7881" y="6415"/>
                  </a:cubicBezTo>
                  <a:cubicBezTo>
                    <a:pt x="7826" y="6415"/>
                    <a:pt x="7770" y="6401"/>
                    <a:pt x="7716" y="6374"/>
                  </a:cubicBezTo>
                  <a:lnTo>
                    <a:pt x="6251" y="5565"/>
                  </a:lnTo>
                  <a:cubicBezTo>
                    <a:pt x="6226" y="5554"/>
                    <a:pt x="6200" y="5548"/>
                    <a:pt x="6175" y="5548"/>
                  </a:cubicBezTo>
                  <a:cubicBezTo>
                    <a:pt x="6120" y="5548"/>
                    <a:pt x="6070" y="5575"/>
                    <a:pt x="6037" y="5624"/>
                  </a:cubicBezTo>
                  <a:cubicBezTo>
                    <a:pt x="5990" y="5708"/>
                    <a:pt x="6025" y="5791"/>
                    <a:pt x="6097" y="5839"/>
                  </a:cubicBezTo>
                  <a:lnTo>
                    <a:pt x="7287" y="6493"/>
                  </a:lnTo>
                  <a:cubicBezTo>
                    <a:pt x="7454" y="6577"/>
                    <a:pt x="7514" y="6779"/>
                    <a:pt x="7418" y="6934"/>
                  </a:cubicBezTo>
                  <a:cubicBezTo>
                    <a:pt x="7360" y="7050"/>
                    <a:pt x="7250" y="7114"/>
                    <a:pt x="7132" y="7114"/>
                  </a:cubicBezTo>
                  <a:cubicBezTo>
                    <a:pt x="7081" y="7114"/>
                    <a:pt x="7028" y="7102"/>
                    <a:pt x="6978" y="7077"/>
                  </a:cubicBezTo>
                  <a:lnTo>
                    <a:pt x="5728" y="6386"/>
                  </a:lnTo>
                  <a:cubicBezTo>
                    <a:pt x="5705" y="6371"/>
                    <a:pt x="5680" y="6365"/>
                    <a:pt x="5655" y="6365"/>
                  </a:cubicBezTo>
                  <a:cubicBezTo>
                    <a:pt x="5601" y="6365"/>
                    <a:pt x="5546" y="6397"/>
                    <a:pt x="5513" y="6446"/>
                  </a:cubicBezTo>
                  <a:cubicBezTo>
                    <a:pt x="5478" y="6517"/>
                    <a:pt x="5501" y="6613"/>
                    <a:pt x="5573" y="6660"/>
                  </a:cubicBezTo>
                  <a:lnTo>
                    <a:pt x="6549" y="7172"/>
                  </a:lnTo>
                  <a:cubicBezTo>
                    <a:pt x="6704" y="7267"/>
                    <a:pt x="6763" y="7458"/>
                    <a:pt x="6680" y="7625"/>
                  </a:cubicBezTo>
                  <a:cubicBezTo>
                    <a:pt x="6616" y="7737"/>
                    <a:pt x="6508" y="7801"/>
                    <a:pt x="6393" y="7801"/>
                  </a:cubicBezTo>
                  <a:cubicBezTo>
                    <a:pt x="6338" y="7801"/>
                    <a:pt x="6282" y="7786"/>
                    <a:pt x="6228" y="7756"/>
                  </a:cubicBezTo>
                  <a:lnTo>
                    <a:pt x="5549" y="7386"/>
                  </a:lnTo>
                  <a:cubicBezTo>
                    <a:pt x="5549" y="7255"/>
                    <a:pt x="5501" y="7101"/>
                    <a:pt x="5406" y="6994"/>
                  </a:cubicBezTo>
                  <a:cubicBezTo>
                    <a:pt x="5299" y="6851"/>
                    <a:pt x="5132" y="6755"/>
                    <a:pt x="4954" y="6744"/>
                  </a:cubicBezTo>
                  <a:lnTo>
                    <a:pt x="4954" y="6696"/>
                  </a:lnTo>
                  <a:cubicBezTo>
                    <a:pt x="4977" y="6541"/>
                    <a:pt x="4930" y="6363"/>
                    <a:pt x="4835" y="6220"/>
                  </a:cubicBezTo>
                  <a:cubicBezTo>
                    <a:pt x="4716" y="6077"/>
                    <a:pt x="4549" y="5982"/>
                    <a:pt x="4370" y="5970"/>
                  </a:cubicBezTo>
                  <a:lnTo>
                    <a:pt x="4370" y="5922"/>
                  </a:lnTo>
                  <a:cubicBezTo>
                    <a:pt x="4406" y="5767"/>
                    <a:pt x="4358" y="5589"/>
                    <a:pt x="4251" y="5446"/>
                  </a:cubicBezTo>
                  <a:cubicBezTo>
                    <a:pt x="4132" y="5303"/>
                    <a:pt x="3965" y="5208"/>
                    <a:pt x="3787" y="5196"/>
                  </a:cubicBezTo>
                  <a:lnTo>
                    <a:pt x="3787" y="5148"/>
                  </a:lnTo>
                  <a:cubicBezTo>
                    <a:pt x="3823" y="4993"/>
                    <a:pt x="3775" y="4815"/>
                    <a:pt x="3668" y="4672"/>
                  </a:cubicBezTo>
                  <a:cubicBezTo>
                    <a:pt x="3547" y="4516"/>
                    <a:pt x="3359" y="4432"/>
                    <a:pt x="3172" y="4432"/>
                  </a:cubicBezTo>
                  <a:cubicBezTo>
                    <a:pt x="3044" y="4432"/>
                    <a:pt x="2917" y="4471"/>
                    <a:pt x="2811" y="4553"/>
                  </a:cubicBezTo>
                  <a:lnTo>
                    <a:pt x="1763" y="5315"/>
                  </a:lnTo>
                  <a:lnTo>
                    <a:pt x="1394" y="5112"/>
                  </a:lnTo>
                  <a:lnTo>
                    <a:pt x="2870" y="2553"/>
                  </a:lnTo>
                  <a:close/>
                  <a:moveTo>
                    <a:pt x="4936" y="7026"/>
                  </a:moveTo>
                  <a:cubicBezTo>
                    <a:pt x="5036" y="7026"/>
                    <a:pt x="5132" y="7070"/>
                    <a:pt x="5204" y="7148"/>
                  </a:cubicBezTo>
                  <a:cubicBezTo>
                    <a:pt x="5251" y="7244"/>
                    <a:pt x="5275" y="7315"/>
                    <a:pt x="5263" y="7398"/>
                  </a:cubicBezTo>
                  <a:cubicBezTo>
                    <a:pt x="5251" y="7494"/>
                    <a:pt x="5204" y="7565"/>
                    <a:pt x="5132" y="7625"/>
                  </a:cubicBezTo>
                  <a:lnTo>
                    <a:pt x="4787" y="7875"/>
                  </a:lnTo>
                  <a:cubicBezTo>
                    <a:pt x="4729" y="7918"/>
                    <a:pt x="4658" y="7940"/>
                    <a:pt x="4588" y="7940"/>
                  </a:cubicBezTo>
                  <a:cubicBezTo>
                    <a:pt x="4487" y="7940"/>
                    <a:pt x="4386" y="7895"/>
                    <a:pt x="4323" y="7803"/>
                  </a:cubicBezTo>
                  <a:cubicBezTo>
                    <a:pt x="4215" y="7660"/>
                    <a:pt x="4251" y="7446"/>
                    <a:pt x="4406" y="7339"/>
                  </a:cubicBezTo>
                  <a:lnTo>
                    <a:pt x="4727" y="7101"/>
                  </a:lnTo>
                  <a:lnTo>
                    <a:pt x="4739" y="7089"/>
                  </a:lnTo>
                  <a:cubicBezTo>
                    <a:pt x="4802" y="7046"/>
                    <a:pt x="4870" y="7026"/>
                    <a:pt x="4936" y="7026"/>
                  </a:cubicBezTo>
                  <a:close/>
                  <a:moveTo>
                    <a:pt x="180" y="0"/>
                  </a:moveTo>
                  <a:cubicBezTo>
                    <a:pt x="125" y="0"/>
                    <a:pt x="69" y="27"/>
                    <a:pt x="36" y="76"/>
                  </a:cubicBezTo>
                  <a:cubicBezTo>
                    <a:pt x="1" y="159"/>
                    <a:pt x="24" y="243"/>
                    <a:pt x="96" y="290"/>
                  </a:cubicBezTo>
                  <a:lnTo>
                    <a:pt x="2382" y="1600"/>
                  </a:lnTo>
                  <a:lnTo>
                    <a:pt x="405" y="5005"/>
                  </a:lnTo>
                  <a:lnTo>
                    <a:pt x="251" y="4922"/>
                  </a:lnTo>
                  <a:cubicBezTo>
                    <a:pt x="221" y="4905"/>
                    <a:pt x="192" y="4897"/>
                    <a:pt x="164" y="4897"/>
                  </a:cubicBezTo>
                  <a:cubicBezTo>
                    <a:pt x="113" y="4897"/>
                    <a:pt x="67" y="4923"/>
                    <a:pt x="36" y="4969"/>
                  </a:cubicBezTo>
                  <a:cubicBezTo>
                    <a:pt x="1" y="5053"/>
                    <a:pt x="24" y="5136"/>
                    <a:pt x="96" y="5184"/>
                  </a:cubicBezTo>
                  <a:lnTo>
                    <a:pt x="882" y="5648"/>
                  </a:lnTo>
                  <a:cubicBezTo>
                    <a:pt x="908" y="5663"/>
                    <a:pt x="934" y="5670"/>
                    <a:pt x="959" y="5670"/>
                  </a:cubicBezTo>
                  <a:cubicBezTo>
                    <a:pt x="1014" y="5670"/>
                    <a:pt x="1063" y="5638"/>
                    <a:pt x="1096" y="5589"/>
                  </a:cubicBezTo>
                  <a:lnTo>
                    <a:pt x="1215" y="5398"/>
                  </a:lnTo>
                  <a:lnTo>
                    <a:pt x="1537" y="5565"/>
                  </a:lnTo>
                  <a:cubicBezTo>
                    <a:pt x="1441" y="5779"/>
                    <a:pt x="1453" y="6029"/>
                    <a:pt x="1584" y="6220"/>
                  </a:cubicBezTo>
                  <a:cubicBezTo>
                    <a:pt x="1703" y="6386"/>
                    <a:pt x="1894" y="6482"/>
                    <a:pt x="2096" y="6482"/>
                  </a:cubicBezTo>
                  <a:cubicBezTo>
                    <a:pt x="2156" y="6482"/>
                    <a:pt x="2227" y="6458"/>
                    <a:pt x="2287" y="6446"/>
                  </a:cubicBezTo>
                  <a:cubicBezTo>
                    <a:pt x="2287" y="6577"/>
                    <a:pt x="2334" y="6720"/>
                    <a:pt x="2406" y="6815"/>
                  </a:cubicBezTo>
                  <a:cubicBezTo>
                    <a:pt x="2525" y="6982"/>
                    <a:pt x="2715" y="7077"/>
                    <a:pt x="2906" y="7077"/>
                  </a:cubicBezTo>
                  <a:cubicBezTo>
                    <a:pt x="2965" y="7077"/>
                    <a:pt x="3049" y="7053"/>
                    <a:pt x="3108" y="7041"/>
                  </a:cubicBezTo>
                  <a:cubicBezTo>
                    <a:pt x="3108" y="7160"/>
                    <a:pt x="3144" y="7291"/>
                    <a:pt x="3227" y="7398"/>
                  </a:cubicBezTo>
                  <a:cubicBezTo>
                    <a:pt x="3323" y="7529"/>
                    <a:pt x="3465" y="7625"/>
                    <a:pt x="3644" y="7648"/>
                  </a:cubicBezTo>
                  <a:cubicBezTo>
                    <a:pt x="3668" y="7648"/>
                    <a:pt x="3715" y="7672"/>
                    <a:pt x="3739" y="7672"/>
                  </a:cubicBezTo>
                  <a:cubicBezTo>
                    <a:pt x="3799" y="7672"/>
                    <a:pt x="3882" y="7648"/>
                    <a:pt x="3942" y="7636"/>
                  </a:cubicBezTo>
                  <a:cubicBezTo>
                    <a:pt x="3942" y="7767"/>
                    <a:pt x="3977" y="7886"/>
                    <a:pt x="4061" y="7994"/>
                  </a:cubicBezTo>
                  <a:cubicBezTo>
                    <a:pt x="4156" y="8125"/>
                    <a:pt x="4299" y="8220"/>
                    <a:pt x="4477" y="8244"/>
                  </a:cubicBezTo>
                  <a:cubicBezTo>
                    <a:pt x="4501" y="8244"/>
                    <a:pt x="4549" y="8267"/>
                    <a:pt x="4573" y="8267"/>
                  </a:cubicBezTo>
                  <a:cubicBezTo>
                    <a:pt x="4716" y="8267"/>
                    <a:pt x="4835" y="8220"/>
                    <a:pt x="4954" y="8148"/>
                  </a:cubicBezTo>
                  <a:lnTo>
                    <a:pt x="5287" y="7886"/>
                  </a:lnTo>
                  <a:cubicBezTo>
                    <a:pt x="5370" y="7827"/>
                    <a:pt x="5430" y="7767"/>
                    <a:pt x="5466" y="7684"/>
                  </a:cubicBezTo>
                  <a:lnTo>
                    <a:pt x="6085" y="8029"/>
                  </a:lnTo>
                  <a:cubicBezTo>
                    <a:pt x="6168" y="8077"/>
                    <a:pt x="6275" y="8101"/>
                    <a:pt x="6382" y="8101"/>
                  </a:cubicBezTo>
                  <a:cubicBezTo>
                    <a:pt x="6442" y="8101"/>
                    <a:pt x="6501" y="8089"/>
                    <a:pt x="6561" y="8077"/>
                  </a:cubicBezTo>
                  <a:cubicBezTo>
                    <a:pt x="6716" y="8029"/>
                    <a:pt x="6859" y="7922"/>
                    <a:pt x="6930" y="7779"/>
                  </a:cubicBezTo>
                  <a:cubicBezTo>
                    <a:pt x="6990" y="7648"/>
                    <a:pt x="7013" y="7529"/>
                    <a:pt x="7002" y="7398"/>
                  </a:cubicBezTo>
                  <a:cubicBezTo>
                    <a:pt x="7049" y="7398"/>
                    <a:pt x="7073" y="7422"/>
                    <a:pt x="7121" y="7422"/>
                  </a:cubicBezTo>
                  <a:cubicBezTo>
                    <a:pt x="7347" y="7422"/>
                    <a:pt x="7573" y="7303"/>
                    <a:pt x="7668" y="7089"/>
                  </a:cubicBezTo>
                  <a:cubicBezTo>
                    <a:pt x="7728" y="6970"/>
                    <a:pt x="7764" y="6839"/>
                    <a:pt x="7752" y="6720"/>
                  </a:cubicBezTo>
                  <a:cubicBezTo>
                    <a:pt x="7787" y="6720"/>
                    <a:pt x="7823" y="6732"/>
                    <a:pt x="7871" y="6732"/>
                  </a:cubicBezTo>
                  <a:cubicBezTo>
                    <a:pt x="8085" y="6732"/>
                    <a:pt x="8311" y="6613"/>
                    <a:pt x="8418" y="6410"/>
                  </a:cubicBezTo>
                  <a:cubicBezTo>
                    <a:pt x="8478" y="6291"/>
                    <a:pt x="8502" y="6172"/>
                    <a:pt x="8490" y="6029"/>
                  </a:cubicBezTo>
                  <a:cubicBezTo>
                    <a:pt x="8537" y="6029"/>
                    <a:pt x="8561" y="6053"/>
                    <a:pt x="8609" y="6053"/>
                  </a:cubicBezTo>
                  <a:cubicBezTo>
                    <a:pt x="8668" y="6053"/>
                    <a:pt x="8728" y="6029"/>
                    <a:pt x="8787" y="6017"/>
                  </a:cubicBezTo>
                  <a:cubicBezTo>
                    <a:pt x="8954" y="5970"/>
                    <a:pt x="9085" y="5874"/>
                    <a:pt x="9157" y="5720"/>
                  </a:cubicBezTo>
                  <a:cubicBezTo>
                    <a:pt x="9240" y="5577"/>
                    <a:pt x="9264" y="5410"/>
                    <a:pt x="9204" y="5243"/>
                  </a:cubicBezTo>
                  <a:cubicBezTo>
                    <a:pt x="9192" y="5196"/>
                    <a:pt x="9180" y="5172"/>
                    <a:pt x="9157" y="5136"/>
                  </a:cubicBezTo>
                  <a:lnTo>
                    <a:pt x="9430" y="4946"/>
                  </a:lnTo>
                  <a:lnTo>
                    <a:pt x="9561" y="5124"/>
                  </a:lnTo>
                  <a:cubicBezTo>
                    <a:pt x="9591" y="5161"/>
                    <a:pt x="9644" y="5180"/>
                    <a:pt x="9694" y="5180"/>
                  </a:cubicBezTo>
                  <a:cubicBezTo>
                    <a:pt x="9724" y="5180"/>
                    <a:pt x="9753" y="5173"/>
                    <a:pt x="9776" y="5160"/>
                  </a:cubicBezTo>
                  <a:lnTo>
                    <a:pt x="10192" y="4827"/>
                  </a:lnTo>
                  <a:cubicBezTo>
                    <a:pt x="10264" y="4743"/>
                    <a:pt x="10276" y="4648"/>
                    <a:pt x="10240" y="4577"/>
                  </a:cubicBezTo>
                  <a:cubicBezTo>
                    <a:pt x="10210" y="4539"/>
                    <a:pt x="10157" y="4521"/>
                    <a:pt x="10107" y="4521"/>
                  </a:cubicBezTo>
                  <a:cubicBezTo>
                    <a:pt x="10077" y="4521"/>
                    <a:pt x="10048" y="4527"/>
                    <a:pt x="10026" y="4541"/>
                  </a:cubicBezTo>
                  <a:lnTo>
                    <a:pt x="9728" y="4779"/>
                  </a:lnTo>
                  <a:lnTo>
                    <a:pt x="7347" y="1671"/>
                  </a:lnTo>
                  <a:lnTo>
                    <a:pt x="8704" y="790"/>
                  </a:lnTo>
                  <a:cubicBezTo>
                    <a:pt x="8776" y="755"/>
                    <a:pt x="8787" y="659"/>
                    <a:pt x="8752" y="588"/>
                  </a:cubicBezTo>
                  <a:cubicBezTo>
                    <a:pt x="8721" y="542"/>
                    <a:pt x="8670" y="516"/>
                    <a:pt x="8619" y="516"/>
                  </a:cubicBezTo>
                  <a:cubicBezTo>
                    <a:pt x="8591" y="516"/>
                    <a:pt x="8563" y="523"/>
                    <a:pt x="8537" y="540"/>
                  </a:cubicBezTo>
                  <a:lnTo>
                    <a:pt x="7049" y="1493"/>
                  </a:lnTo>
                  <a:cubicBezTo>
                    <a:pt x="6978" y="1540"/>
                    <a:pt x="6966" y="1648"/>
                    <a:pt x="7002" y="1719"/>
                  </a:cubicBezTo>
                  <a:lnTo>
                    <a:pt x="7275" y="2076"/>
                  </a:lnTo>
                  <a:lnTo>
                    <a:pt x="7085" y="2219"/>
                  </a:lnTo>
                  <a:lnTo>
                    <a:pt x="6311" y="1969"/>
                  </a:lnTo>
                  <a:cubicBezTo>
                    <a:pt x="6287" y="1969"/>
                    <a:pt x="6275" y="1957"/>
                    <a:pt x="6263" y="1957"/>
                  </a:cubicBezTo>
                  <a:lnTo>
                    <a:pt x="4501" y="1957"/>
                  </a:lnTo>
                  <a:cubicBezTo>
                    <a:pt x="4430" y="1957"/>
                    <a:pt x="4370" y="2005"/>
                    <a:pt x="4358" y="2076"/>
                  </a:cubicBezTo>
                  <a:lnTo>
                    <a:pt x="4251" y="2481"/>
                  </a:lnTo>
                  <a:lnTo>
                    <a:pt x="4001" y="2374"/>
                  </a:lnTo>
                  <a:cubicBezTo>
                    <a:pt x="3965" y="2362"/>
                    <a:pt x="3954" y="2362"/>
                    <a:pt x="3930" y="2362"/>
                  </a:cubicBezTo>
                  <a:lnTo>
                    <a:pt x="3227" y="2433"/>
                  </a:lnTo>
                  <a:lnTo>
                    <a:pt x="2989" y="2302"/>
                  </a:lnTo>
                  <a:lnTo>
                    <a:pt x="3215" y="1910"/>
                  </a:lnTo>
                  <a:cubicBezTo>
                    <a:pt x="3251" y="1838"/>
                    <a:pt x="3227" y="1743"/>
                    <a:pt x="3156" y="1707"/>
                  </a:cubicBezTo>
                  <a:lnTo>
                    <a:pt x="251" y="16"/>
                  </a:lnTo>
                  <a:cubicBezTo>
                    <a:pt x="229" y="5"/>
                    <a:pt x="204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3059960" y="2009628"/>
              <a:ext cx="37177" cy="26960"/>
            </a:xfrm>
            <a:custGeom>
              <a:avLst/>
              <a:gdLst/>
              <a:ahLst/>
              <a:cxnLst/>
              <a:rect l="l" t="t" r="r" b="b"/>
              <a:pathLst>
                <a:path w="1168" h="847" extrusionOk="0">
                  <a:moveTo>
                    <a:pt x="999" y="0"/>
                  </a:moveTo>
                  <a:cubicBezTo>
                    <a:pt x="971" y="0"/>
                    <a:pt x="943" y="8"/>
                    <a:pt x="918" y="25"/>
                  </a:cubicBezTo>
                  <a:lnTo>
                    <a:pt x="84" y="561"/>
                  </a:lnTo>
                  <a:cubicBezTo>
                    <a:pt x="13" y="608"/>
                    <a:pt x="1" y="692"/>
                    <a:pt x="37" y="775"/>
                  </a:cubicBezTo>
                  <a:cubicBezTo>
                    <a:pt x="72" y="811"/>
                    <a:pt x="120" y="846"/>
                    <a:pt x="156" y="846"/>
                  </a:cubicBezTo>
                  <a:cubicBezTo>
                    <a:pt x="191" y="846"/>
                    <a:pt x="215" y="823"/>
                    <a:pt x="239" y="811"/>
                  </a:cubicBezTo>
                  <a:lnTo>
                    <a:pt x="1073" y="275"/>
                  </a:lnTo>
                  <a:cubicBezTo>
                    <a:pt x="1156" y="239"/>
                    <a:pt x="1168" y="144"/>
                    <a:pt x="1132" y="72"/>
                  </a:cubicBezTo>
                  <a:cubicBezTo>
                    <a:pt x="1101" y="26"/>
                    <a:pt x="1051" y="0"/>
                    <a:pt x="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1" name="Rectangle 2">
            <a:extLst>
              <a:ext uri="{FF2B5EF4-FFF2-40B4-BE49-F238E27FC236}">
                <a16:creationId xmlns:a16="http://schemas.microsoft.com/office/drawing/2014/main" id="{B932A036-8289-27DE-2846-18D022527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05" y="1973233"/>
            <a:ext cx="2902851" cy="127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data from Excel file. Feature selection and target variable identification and split data.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DC5D15-A532-E8B4-642A-119D0A2BEC8F}"/>
              </a:ext>
            </a:extLst>
          </p:cNvPr>
          <p:cNvCxnSpPr>
            <a:cxnSpLocks/>
          </p:cNvCxnSpPr>
          <p:nvPr/>
        </p:nvCxnSpPr>
        <p:spPr>
          <a:xfrm flipV="1">
            <a:off x="440267" y="448733"/>
            <a:ext cx="11239108" cy="169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CB5D39-3B25-4870-3785-BFCD800A5A90}"/>
              </a:ext>
            </a:extLst>
          </p:cNvPr>
          <p:cNvCxnSpPr/>
          <p:nvPr/>
        </p:nvCxnSpPr>
        <p:spPr>
          <a:xfrm>
            <a:off x="431800" y="448733"/>
            <a:ext cx="0" cy="6409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00C2F0-6278-BA17-76A8-4E3B1364C259}"/>
              </a:ext>
            </a:extLst>
          </p:cNvPr>
          <p:cNvCxnSpPr>
            <a:cxnSpLocks/>
          </p:cNvCxnSpPr>
          <p:nvPr/>
        </p:nvCxnSpPr>
        <p:spPr>
          <a:xfrm>
            <a:off x="11659237" y="448733"/>
            <a:ext cx="40276" cy="62653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75A186B-DD73-9E17-3D9C-9190EE795D04}"/>
              </a:ext>
            </a:extLst>
          </p:cNvPr>
          <p:cNvSpPr/>
          <p:nvPr/>
        </p:nvSpPr>
        <p:spPr>
          <a:xfrm>
            <a:off x="20136" y="5916960"/>
            <a:ext cx="12192000" cy="9489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D78B1A-F585-DBE7-F3E1-517C6440BB85}"/>
              </a:ext>
            </a:extLst>
          </p:cNvPr>
          <p:cNvCxnSpPr/>
          <p:nvPr/>
        </p:nvCxnSpPr>
        <p:spPr>
          <a:xfrm flipH="1">
            <a:off x="-135467" y="1193800"/>
            <a:ext cx="7704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15E59BD-DF84-1589-BDDC-433BAB7D5B4B}"/>
              </a:ext>
            </a:extLst>
          </p:cNvPr>
          <p:cNvCxnSpPr/>
          <p:nvPr/>
        </p:nvCxnSpPr>
        <p:spPr>
          <a:xfrm flipH="1">
            <a:off x="-270933" y="1295400"/>
            <a:ext cx="10583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7695051-E418-D3E8-9637-54D2B9383F52}"/>
              </a:ext>
            </a:extLst>
          </p:cNvPr>
          <p:cNvCxnSpPr>
            <a:cxnSpLocks/>
          </p:cNvCxnSpPr>
          <p:nvPr/>
        </p:nvCxnSpPr>
        <p:spPr>
          <a:xfrm flipH="1" flipV="1">
            <a:off x="-366254" y="1375664"/>
            <a:ext cx="1290199" cy="61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4F9496B-2918-F74B-A092-85FAEC61640E}"/>
              </a:ext>
            </a:extLst>
          </p:cNvPr>
          <p:cNvCxnSpPr/>
          <p:nvPr/>
        </p:nvCxnSpPr>
        <p:spPr>
          <a:xfrm flipH="1">
            <a:off x="-250322" y="1486362"/>
            <a:ext cx="10583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5CD00F-F518-A196-BCE9-3E666721279F}"/>
              </a:ext>
            </a:extLst>
          </p:cNvPr>
          <p:cNvCxnSpPr/>
          <p:nvPr/>
        </p:nvCxnSpPr>
        <p:spPr>
          <a:xfrm flipH="1">
            <a:off x="-127001" y="1558768"/>
            <a:ext cx="7704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FE16ACA-D3B1-6460-15A0-CC46D61AD1EC}"/>
              </a:ext>
            </a:extLst>
          </p:cNvPr>
          <p:cNvCxnSpPr>
            <a:cxnSpLocks/>
          </p:cNvCxnSpPr>
          <p:nvPr/>
        </p:nvCxnSpPr>
        <p:spPr>
          <a:xfrm flipH="1">
            <a:off x="11232000" y="2649432"/>
            <a:ext cx="10954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1B85DFF-961B-04B5-9F16-917D9B46D071}"/>
              </a:ext>
            </a:extLst>
          </p:cNvPr>
          <p:cNvCxnSpPr>
            <a:cxnSpLocks/>
          </p:cNvCxnSpPr>
          <p:nvPr/>
        </p:nvCxnSpPr>
        <p:spPr>
          <a:xfrm flipH="1">
            <a:off x="11441669" y="2742704"/>
            <a:ext cx="7704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A419870-64FD-DB81-781A-6B134EF2B285}"/>
              </a:ext>
            </a:extLst>
          </p:cNvPr>
          <p:cNvCxnSpPr>
            <a:cxnSpLocks/>
          </p:cNvCxnSpPr>
          <p:nvPr/>
        </p:nvCxnSpPr>
        <p:spPr>
          <a:xfrm flipH="1" flipV="1">
            <a:off x="11054056" y="2543873"/>
            <a:ext cx="1375011" cy="93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761DEC5-C7AD-A583-F00E-37D92AA73543}"/>
              </a:ext>
            </a:extLst>
          </p:cNvPr>
          <p:cNvCxnSpPr/>
          <p:nvPr/>
        </p:nvCxnSpPr>
        <p:spPr>
          <a:xfrm flipH="1">
            <a:off x="11441669" y="2313682"/>
            <a:ext cx="7704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E7F8B2D-6638-1456-C5C1-C13BD5F7A0B4}"/>
              </a:ext>
            </a:extLst>
          </p:cNvPr>
          <p:cNvCxnSpPr>
            <a:cxnSpLocks/>
          </p:cNvCxnSpPr>
          <p:nvPr/>
        </p:nvCxnSpPr>
        <p:spPr>
          <a:xfrm flipH="1">
            <a:off x="11255049" y="2430017"/>
            <a:ext cx="107241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8D0506-90FC-FBC5-0097-C6B85235F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" r="343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981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99974-AE8F-50AB-0911-3081AB47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9032A7-B2F2-F418-ED6A-742F1CFC02BE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D9F418A-D917-B665-C110-6559D9AE4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FD1DD4-FAA5-8C6C-5A1F-E0FC8FC7C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" r="2927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299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E448-AB8E-054F-E4DC-7128B33D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A4B802D-A674-CE18-82AB-B78B3A94BFE6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40" b="12813"/>
          <a:stretch/>
        </p:blipFill>
        <p:spPr>
          <a:xfrm>
            <a:off x="656685" y="1566332"/>
            <a:ext cx="5145200" cy="4470267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506BE8C-A8E8-BBBB-C502-422DD0CB0D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801885" y="1566332"/>
            <a:ext cx="589280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 building an interactive dashboard to predict and visualize drift angles in real time.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to build and train the DNN model for drift angle prediction.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Applied for training the Random Forest model.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 creating interactive visualizations, including drift angle predictions and feature importance.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&amp; NumPy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For efficient data manipulation and handling large datasets. </a:t>
            </a:r>
          </a:p>
        </p:txBody>
      </p:sp>
    </p:spTree>
    <p:extLst>
      <p:ext uri="{BB962C8B-B14F-4D97-AF65-F5344CB8AC3E}">
        <p14:creationId xmlns:p14="http://schemas.microsoft.com/office/powerpoint/2010/main" val="1892418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EFDD-953A-1387-D428-645EF1A4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3F4A2F7-B629-71B6-BEDB-AE89691210C1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" t="4819" r="457" b="10366"/>
          <a:stretch/>
        </p:blipFill>
        <p:spPr>
          <a:xfrm>
            <a:off x="564141" y="1800503"/>
            <a:ext cx="6155267" cy="4082800"/>
          </a:xfr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02B9B2A7-8953-370B-AC30-F248C99C4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0383" y="1704471"/>
            <a:ext cx="5016400" cy="40828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4797A6-E171-DBEE-7B1F-764B769F7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" t="4446" r="155" b="21307"/>
          <a:stretch/>
        </p:blipFill>
        <p:spPr>
          <a:xfrm>
            <a:off x="6756400" y="1524001"/>
            <a:ext cx="5090383" cy="463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9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4791D4AB-46F4-DA03-9ECF-D5DA6FC2A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2450" y="1246901"/>
            <a:ext cx="5016400" cy="4082800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2400" b="1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Developed ML models for accurate drift angle prediction.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DNN model excelled in generalizing across various driving scenarios.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Potential application in ADAS and autonomous vehicles for real-time drift warnings, improving driving safety.</a:t>
            </a:r>
          </a:p>
          <a:p>
            <a:endParaRPr lang="en-IN" dirty="0"/>
          </a:p>
        </p:txBody>
      </p:sp>
      <p:pic>
        <p:nvPicPr>
          <p:cNvPr id="5" name="Google Shape;355;p34">
            <a:extLst>
              <a:ext uri="{FF2B5EF4-FFF2-40B4-BE49-F238E27FC236}">
                <a16:creationId xmlns:a16="http://schemas.microsoft.com/office/drawing/2014/main" id="{CB00EA32-3D82-8F94-6692-2DE989BC280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68897">
            <a:off x="8296606" y="3968385"/>
            <a:ext cx="3816431" cy="330951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31BC25-20DE-C9E5-1D6F-BA6311B3B511}"/>
              </a:ext>
            </a:extLst>
          </p:cNvPr>
          <p:cNvSpPr txBox="1"/>
          <p:nvPr/>
        </p:nvSpPr>
        <p:spPr>
          <a:xfrm>
            <a:off x="653949" y="1119900"/>
            <a:ext cx="5583767" cy="4802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ts val="11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pPr marL="285750" indent="-285750">
              <a:lnSpc>
                <a:spcPct val="200000"/>
              </a:lnSpc>
              <a:buSzPts val="1100"/>
              <a:buFont typeface="Wingdings" panose="05000000000000000000" pitchFamily="2" charset="2"/>
              <a:buChar char="Ø"/>
            </a:pPr>
            <a:r>
              <a:rPr lang="en-US" sz="1467" dirty="0"/>
              <a:t>Expanded Dataset: Add variables like tire pressure, road conditions, and weather for better accuracy.</a:t>
            </a:r>
          </a:p>
          <a:p>
            <a:pPr marL="285750" indent="-285750">
              <a:lnSpc>
                <a:spcPct val="200000"/>
              </a:lnSpc>
              <a:buSzPts val="1100"/>
              <a:buFont typeface="Wingdings" panose="05000000000000000000" pitchFamily="2" charset="2"/>
              <a:buChar char="Ø"/>
            </a:pPr>
            <a:r>
              <a:rPr lang="en-US" sz="1467" dirty="0"/>
              <a:t>Real-Time Integration: Focus on real-time deployment in vehicles for instant feedback.</a:t>
            </a:r>
          </a:p>
          <a:p>
            <a:pPr marL="285750" indent="-285750">
              <a:lnSpc>
                <a:spcPct val="200000"/>
              </a:lnSpc>
              <a:buSzPts val="1100"/>
              <a:buFont typeface="Wingdings" panose="05000000000000000000" pitchFamily="2" charset="2"/>
              <a:buChar char="Ø"/>
            </a:pPr>
            <a:r>
              <a:rPr lang="en-US" sz="1467" dirty="0"/>
              <a:t>Autonomous Vehicles: Extend </a:t>
            </a:r>
            <a:r>
              <a:rPr lang="en-US" sz="1467" dirty="0" err="1"/>
              <a:t>DriftAI</a:t>
            </a:r>
            <a:r>
              <a:rPr lang="en-US" sz="1467" dirty="0"/>
              <a:t> for improved control in autonomous driving.</a:t>
            </a:r>
          </a:p>
          <a:p>
            <a:pPr marL="285750" indent="-285750">
              <a:lnSpc>
                <a:spcPct val="200000"/>
              </a:lnSpc>
              <a:buSzPts val="1100"/>
              <a:buFont typeface="Wingdings" panose="05000000000000000000" pitchFamily="2" charset="2"/>
              <a:buChar char="Ø"/>
            </a:pPr>
            <a:r>
              <a:rPr lang="en-US" sz="1467" dirty="0"/>
              <a:t>Model Improvements: Optimize the DNN architecture with different activation functions and optimizers for better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949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0F74-5658-66ED-28C3-76F16D338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7E2DEB5-013D-B493-3D6F-6376C9B73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1776000"/>
            <a:ext cx="4673600" cy="40828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b="1" dirty="0"/>
              <a:t>Book References:</a:t>
            </a:r>
            <a:endParaRPr lang="en-IN" sz="16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Deep Learning – Goodfellow, Bengio &amp; Courville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Machine Learning: A Probabilistic Perspective – Murphy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600" dirty="0"/>
              <a:t>Python Machine Learning –</a:t>
            </a:r>
            <a:r>
              <a:rPr lang="en-IN" sz="1600" dirty="0" err="1"/>
              <a:t>Raschka</a:t>
            </a:r>
            <a:r>
              <a:rPr lang="en-IN" sz="1600" dirty="0"/>
              <a:t> &amp; </a:t>
            </a:r>
            <a:r>
              <a:rPr lang="en-IN" sz="1600" dirty="0" err="1"/>
              <a:t>Mirjalili</a:t>
            </a:r>
            <a:r>
              <a:rPr lang="en-IN" sz="16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DDA05-CAB8-3358-C197-87F495525C3F}"/>
              </a:ext>
            </a:extLst>
          </p:cNvPr>
          <p:cNvSpPr txBox="1"/>
          <p:nvPr/>
        </p:nvSpPr>
        <p:spPr>
          <a:xfrm>
            <a:off x="5469468" y="1860042"/>
            <a:ext cx="5957999" cy="2854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Web References:</a:t>
            </a:r>
            <a:endParaRPr lang="en-IN" sz="1600" dirty="0"/>
          </a:p>
          <a:p>
            <a:pPr marL="228600" indent="-228600">
              <a:lnSpc>
                <a:spcPct val="200000"/>
              </a:lnSpc>
              <a:buSzPts val="1100"/>
              <a:buFont typeface="Wingdings" panose="05000000000000000000" pitchFamily="2" charset="2"/>
              <a:buChar char="Ø"/>
            </a:pPr>
            <a:r>
              <a:rPr lang="en-IN" sz="1600" dirty="0"/>
              <a:t>Scikit-learn Documentation: scikit-learn.org</a:t>
            </a:r>
          </a:p>
          <a:p>
            <a:pPr marL="228600" indent="-228600">
              <a:lnSpc>
                <a:spcPct val="200000"/>
              </a:lnSpc>
              <a:buSzPts val="1100"/>
              <a:buFont typeface="Wingdings" panose="05000000000000000000" pitchFamily="2" charset="2"/>
              <a:buChar char="Ø"/>
            </a:pPr>
            <a:r>
              <a:rPr lang="en-IN" sz="1600" dirty="0"/>
              <a:t>TensorFlow Documentation: tensorflow.org</a:t>
            </a:r>
          </a:p>
          <a:p>
            <a:pPr marL="228600" indent="-228600">
              <a:lnSpc>
                <a:spcPct val="200000"/>
              </a:lnSpc>
              <a:buSzPts val="1100"/>
              <a:buFont typeface="Wingdings" panose="05000000000000000000" pitchFamily="2" charset="2"/>
              <a:buChar char="Ø"/>
            </a:pPr>
            <a:r>
              <a:rPr lang="en-IN" sz="1600" dirty="0" err="1"/>
              <a:t>Keras</a:t>
            </a:r>
            <a:r>
              <a:rPr lang="en-IN" sz="1600" dirty="0"/>
              <a:t> Documentation: keras.io</a:t>
            </a:r>
            <a:br>
              <a:rPr lang="en-IN" sz="1600" dirty="0"/>
            </a:br>
            <a:r>
              <a:rPr lang="en-IN" sz="1600" dirty="0"/>
              <a:t>Random Forest - Leo </a:t>
            </a:r>
            <a:r>
              <a:rPr lang="en-IN" sz="1600" dirty="0" err="1"/>
              <a:t>Breiman</a:t>
            </a:r>
            <a:r>
              <a:rPr lang="en-IN" sz="1600" dirty="0"/>
              <a:t> (2001):</a:t>
            </a:r>
            <a:r>
              <a:rPr lang="en-IN"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stat.berkeley.edu</a:t>
            </a:r>
            <a:endParaRPr lang="en-IN" sz="1600" dirty="0"/>
          </a:p>
          <a:p>
            <a:pPr marL="228600" indent="-228600">
              <a:lnSpc>
                <a:spcPct val="200000"/>
              </a:lnSpc>
              <a:buSzPts val="1100"/>
              <a:buFont typeface="Wingdings" panose="05000000000000000000" pitchFamily="2" charset="2"/>
              <a:buChar char="Ø"/>
            </a:pPr>
            <a:r>
              <a:rPr lang="en-IN" sz="1600" dirty="0"/>
              <a:t>Adam Optimizer - </a:t>
            </a:r>
            <a:r>
              <a:rPr lang="en-IN" sz="1600" dirty="0" err="1"/>
              <a:t>Kingma</a:t>
            </a:r>
            <a:r>
              <a:rPr lang="en-IN" sz="1600" dirty="0"/>
              <a:t> &amp; Ba (2014</a:t>
            </a:r>
            <a:r>
              <a:rPr lang="en-IN" sz="1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44164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8"/>
          <p:cNvSpPr txBox="1">
            <a:spLocks noGrp="1"/>
          </p:cNvSpPr>
          <p:nvPr>
            <p:ph type="title"/>
          </p:nvPr>
        </p:nvSpPr>
        <p:spPr>
          <a:xfrm>
            <a:off x="879516" y="1075951"/>
            <a:ext cx="6307285" cy="131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" b="0" i="1" dirty="0">
                <a:latin typeface="Viner Hand ITC" panose="03070502030502020203" pitchFamily="66" charset="0"/>
              </a:rPr>
              <a:t>Thank you</a:t>
            </a:r>
            <a:endParaRPr b="0" i="1" dirty="0">
              <a:latin typeface="Viner Hand ITC" panose="03070502030502020203" pitchFamily="66" charset="0"/>
            </a:endParaRPr>
          </a:p>
        </p:txBody>
      </p:sp>
      <p:pic>
        <p:nvPicPr>
          <p:cNvPr id="445" name="Google Shape;4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3933" y="2252267"/>
            <a:ext cx="11600351" cy="4215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6" name="Google Shape;456;p38"/>
          <p:cNvGrpSpPr/>
          <p:nvPr/>
        </p:nvGrpSpPr>
        <p:grpSpPr>
          <a:xfrm>
            <a:off x="8972904" y="991100"/>
            <a:ext cx="3418501" cy="330200"/>
            <a:chOff x="1962150" y="714375"/>
            <a:chExt cx="4333800" cy="247650"/>
          </a:xfrm>
        </p:grpSpPr>
        <p:cxnSp>
          <p:nvCxnSpPr>
            <p:cNvPr id="457" name="Google Shape;457;p38"/>
            <p:cNvCxnSpPr/>
            <p:nvPr/>
          </p:nvCxnSpPr>
          <p:spPr>
            <a:xfrm>
              <a:off x="1962150" y="71437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8" name="Google Shape;458;p38"/>
            <p:cNvCxnSpPr/>
            <p:nvPr/>
          </p:nvCxnSpPr>
          <p:spPr>
            <a:xfrm>
              <a:off x="2076450" y="79692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9" name="Google Shape;459;p38"/>
            <p:cNvCxnSpPr/>
            <p:nvPr/>
          </p:nvCxnSpPr>
          <p:spPr>
            <a:xfrm>
              <a:off x="1962150" y="87947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0" name="Google Shape;460;p38"/>
            <p:cNvCxnSpPr/>
            <p:nvPr/>
          </p:nvCxnSpPr>
          <p:spPr>
            <a:xfrm>
              <a:off x="2076450" y="962025"/>
              <a:ext cx="421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EB72676-AE0A-AC26-ECF5-E5F56EB71467}"/>
                  </a:ext>
                </a:extLst>
              </p14:cNvPr>
              <p14:cNvContentPartPr/>
              <p14:nvPr/>
            </p14:nvContentPartPr>
            <p14:xfrm>
              <a:off x="4317707" y="631572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EB72676-AE0A-AC26-ECF5-E5F56EB714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27707" y="613608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6D40E0-C216-AF83-1FF4-F1A45EE7CFF2}"/>
                  </a:ext>
                </a:extLst>
              </p14:cNvPr>
              <p14:cNvContentPartPr/>
              <p14:nvPr/>
            </p14:nvContentPartPr>
            <p14:xfrm>
              <a:off x="4317707" y="631572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6D40E0-C216-AF83-1FF4-F1A45EE7CF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27707" y="613608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C18AFB-A1B1-CDE0-B053-C22068A4E512}"/>
                  </a:ext>
                </a:extLst>
              </p14:cNvPr>
              <p14:cNvContentPartPr/>
              <p14:nvPr/>
            </p14:nvContentPartPr>
            <p14:xfrm>
              <a:off x="4182347" y="624840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C18AFB-A1B1-CDE0-B053-C22068A4E5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92707" y="606840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2696A9-6F07-D7E8-8ACE-8A33921D160C}"/>
                  </a:ext>
                </a:extLst>
              </p14:cNvPr>
              <p14:cNvContentPartPr/>
              <p14:nvPr/>
            </p14:nvContentPartPr>
            <p14:xfrm>
              <a:off x="5240747" y="647664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2696A9-6F07-D7E8-8ACE-8A33921D16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51107" y="629700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983D551-65EA-43FD-AE1A-5EFF912A384D}"/>
                  </a:ext>
                </a:extLst>
              </p14:cNvPr>
              <p14:cNvContentPartPr/>
              <p14:nvPr/>
            </p14:nvContentPartPr>
            <p14:xfrm>
              <a:off x="5232107" y="643452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983D551-65EA-43FD-AE1A-5EFF912A38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42107" y="6254880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401</Words>
  <Application>Microsoft Office PowerPoint</Application>
  <PresentationFormat>Widescreen</PresentationFormat>
  <Paragraphs>50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Anaheim</vt:lpstr>
      <vt:lpstr>Arial</vt:lpstr>
      <vt:lpstr>Calibri</vt:lpstr>
      <vt:lpstr>Calibri Light</vt:lpstr>
      <vt:lpstr>DM Sans</vt:lpstr>
      <vt:lpstr>Nunito Light</vt:lpstr>
      <vt:lpstr>Times New Roman</vt:lpstr>
      <vt:lpstr>Viner Hand ITC</vt:lpstr>
      <vt:lpstr>Wingdings</vt:lpstr>
      <vt:lpstr>Office Theme</vt:lpstr>
      <vt:lpstr>Title: DriftAI –  Predicting Drifting Angle with AI </vt:lpstr>
      <vt:lpstr>PowerPoint Presentation</vt:lpstr>
      <vt:lpstr>PowerPoint Presentation</vt:lpstr>
      <vt:lpstr>Module Description </vt:lpstr>
      <vt:lpstr>PowerPoint Presentation</vt:lpstr>
      <vt:lpstr>PowerPoint Presentation</vt:lpstr>
      <vt:lpstr>Project Implementation</vt:lpstr>
      <vt:lpstr>Result</vt:lpstr>
      <vt:lpstr>PowerPoint Presentation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JAGADEESWARI MUTHUKUMAR</dc:creator>
  <cp:lastModifiedBy>JAGADEESWARI MUTHUKUMAR</cp:lastModifiedBy>
  <cp:revision>1</cp:revision>
  <dcterms:created xsi:type="dcterms:W3CDTF">2024-10-13T18:49:53Z</dcterms:created>
  <dcterms:modified xsi:type="dcterms:W3CDTF">2024-10-14T05:13:23Z</dcterms:modified>
</cp:coreProperties>
</file>